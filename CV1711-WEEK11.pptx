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17"/>
  </p:handoutMasterIdLst>
  <p:sldIdLst>
    <p:sldId id="259" r:id="rId5"/>
    <p:sldId id="305" r:id="rId6"/>
    <p:sldId id="306" r:id="rId7"/>
    <p:sldId id="307" r:id="rId8"/>
    <p:sldId id="308" r:id="rId9"/>
    <p:sldId id="309" r:id="rId10"/>
    <p:sldId id="315" r:id="rId11"/>
    <p:sldId id="310" r:id="rId12"/>
    <p:sldId id="311" r:id="rId13"/>
    <p:sldId id="312" r:id="rId14"/>
    <p:sldId id="316" r:id="rId15"/>
    <p:sldId id="304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CE6F2"/>
    <a:srgbClr val="AED5A2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847EC3-0A93-4FD7-A7A4-845E5A6510B8}" v="33" dt="2026-04-01T00:26:52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22" autoAdjust="0"/>
    <p:restoredTop sz="94765"/>
  </p:normalViewPr>
  <p:slideViewPr>
    <p:cSldViewPr snapToGrid="0" snapToObjects="1">
      <p:cViewPr varScale="1">
        <p:scale>
          <a:sx n="199" d="100"/>
          <a:sy n="199" d="100"/>
        </p:scale>
        <p:origin x="582" y="13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CUI SHUAIWEN#" userId="35a196ea-bcb8-475e-86cf-0b9eaca8a48f" providerId="ADAL" clId="{4D8D382B-DDFF-455F-B5ED-E854E938891F}"/>
    <pc:docChg chg="undo custSel addSld delSld modSld sldOrd">
      <pc:chgData name="#CUI SHUAIWEN#" userId="35a196ea-bcb8-475e-86cf-0b9eaca8a48f" providerId="ADAL" clId="{4D8D382B-DDFF-455F-B5ED-E854E938891F}" dt="2026-04-01T00:27:07.164" v="2043" actId="1076"/>
      <pc:docMkLst>
        <pc:docMk/>
      </pc:docMkLst>
      <pc:sldChg chg="addSp delSp modSp add mod">
        <pc:chgData name="#CUI SHUAIWEN#" userId="35a196ea-bcb8-475e-86cf-0b9eaca8a48f" providerId="ADAL" clId="{4D8D382B-DDFF-455F-B5ED-E854E938891F}" dt="2026-03-31T12:26:48.822" v="1793" actId="1076"/>
        <pc:sldMkLst>
          <pc:docMk/>
          <pc:sldMk cId="2224933946" sldId="304"/>
        </pc:sldMkLst>
        <pc:spChg chg="mod">
          <ac:chgData name="#CUI SHUAIWEN#" userId="35a196ea-bcb8-475e-86cf-0b9eaca8a48f" providerId="ADAL" clId="{4D8D382B-DDFF-455F-B5ED-E854E938891F}" dt="2026-03-31T12:26:27.717" v="1782" actId="1076"/>
          <ac:spMkLst>
            <pc:docMk/>
            <pc:sldMk cId="2224933946" sldId="304"/>
            <ac:spMk id="10" creationId="{60DDE0AD-E736-7834-9770-6052B3973F69}"/>
          </ac:spMkLst>
        </pc:spChg>
        <pc:spChg chg="mod">
          <ac:chgData name="#CUI SHUAIWEN#" userId="35a196ea-bcb8-475e-86cf-0b9eaca8a48f" providerId="ADAL" clId="{4D8D382B-DDFF-455F-B5ED-E854E938891F}" dt="2026-03-31T12:26:46.737" v="1792" actId="1076"/>
          <ac:spMkLst>
            <pc:docMk/>
            <pc:sldMk cId="2224933946" sldId="304"/>
            <ac:spMk id="11" creationId="{1F4BC619-0BB6-4377-DAFE-60564F8DE541}"/>
          </ac:spMkLst>
        </pc:spChg>
        <pc:picChg chg="add mod ord">
          <ac:chgData name="#CUI SHUAIWEN#" userId="35a196ea-bcb8-475e-86cf-0b9eaca8a48f" providerId="ADAL" clId="{4D8D382B-DDFF-455F-B5ED-E854E938891F}" dt="2026-03-31T12:26:24.235" v="1781" actId="1076"/>
          <ac:picMkLst>
            <pc:docMk/>
            <pc:sldMk cId="2224933946" sldId="304"/>
            <ac:picMk id="3" creationId="{3BD4689F-0084-4480-43D2-59F77A69AD47}"/>
          </ac:picMkLst>
        </pc:picChg>
        <pc:picChg chg="add del mod ord">
          <ac:chgData name="#CUI SHUAIWEN#" userId="35a196ea-bcb8-475e-86cf-0b9eaca8a48f" providerId="ADAL" clId="{4D8D382B-DDFF-455F-B5ED-E854E938891F}" dt="2026-03-31T12:26:18.950" v="1776" actId="478"/>
          <ac:picMkLst>
            <pc:docMk/>
            <pc:sldMk cId="2224933946" sldId="304"/>
            <ac:picMk id="5" creationId="{4E46DCE2-CB5F-8D91-877D-807D93204613}"/>
          </ac:picMkLst>
        </pc:picChg>
        <pc:picChg chg="add mod ord">
          <ac:chgData name="#CUI SHUAIWEN#" userId="35a196ea-bcb8-475e-86cf-0b9eaca8a48f" providerId="ADAL" clId="{4D8D382B-DDFF-455F-B5ED-E854E938891F}" dt="2026-03-31T12:26:43.026" v="1791" actId="167"/>
          <ac:picMkLst>
            <pc:docMk/>
            <pc:sldMk cId="2224933946" sldId="304"/>
            <ac:picMk id="8" creationId="{6E436360-3DCA-6A1F-B231-8070A29A9603}"/>
          </ac:picMkLst>
        </pc:picChg>
        <pc:picChg chg="add del mod ord">
          <ac:chgData name="#CUI SHUAIWEN#" userId="35a196ea-bcb8-475e-86cf-0b9eaca8a48f" providerId="ADAL" clId="{4D8D382B-DDFF-455F-B5ED-E854E938891F}" dt="2026-03-31T12:26:31.033" v="1784" actId="478"/>
          <ac:picMkLst>
            <pc:docMk/>
            <pc:sldMk cId="2224933946" sldId="304"/>
            <ac:picMk id="9" creationId="{E00F29C7-0BC7-65E3-0FD1-DE6EE087AF04}"/>
          </ac:picMkLst>
        </pc:picChg>
        <pc:cxnChg chg="mod">
          <ac:chgData name="#CUI SHUAIWEN#" userId="35a196ea-bcb8-475e-86cf-0b9eaca8a48f" providerId="ADAL" clId="{4D8D382B-DDFF-455F-B5ED-E854E938891F}" dt="2026-03-31T12:26:29.519" v="1783" actId="1076"/>
          <ac:cxnSpMkLst>
            <pc:docMk/>
            <pc:sldMk cId="2224933946" sldId="304"/>
            <ac:cxnSpMk id="13" creationId="{384C5E3C-55BB-FCF1-AD31-DE3A0295D844}"/>
          </ac:cxnSpMkLst>
        </pc:cxnChg>
        <pc:cxnChg chg="mod">
          <ac:chgData name="#CUI SHUAIWEN#" userId="35a196ea-bcb8-475e-86cf-0b9eaca8a48f" providerId="ADAL" clId="{4D8D382B-DDFF-455F-B5ED-E854E938891F}" dt="2026-03-31T12:26:48.822" v="1793" actId="1076"/>
          <ac:cxnSpMkLst>
            <pc:docMk/>
            <pc:sldMk cId="2224933946" sldId="304"/>
            <ac:cxnSpMk id="14" creationId="{BFF23151-07FE-30CA-B197-14A5B86422C9}"/>
          </ac:cxnSpMkLst>
        </pc:cxnChg>
      </pc:sldChg>
      <pc:sldChg chg="addSp delSp modSp add mod ord">
        <pc:chgData name="#CUI SHUAIWEN#" userId="35a196ea-bcb8-475e-86cf-0b9eaca8a48f" providerId="ADAL" clId="{4D8D382B-DDFF-455F-B5ED-E854E938891F}" dt="2026-03-31T11:59:55.192" v="1267" actId="21"/>
        <pc:sldMkLst>
          <pc:docMk/>
          <pc:sldMk cId="2695943759" sldId="305"/>
        </pc:sldMkLst>
        <pc:spChg chg="add">
          <ac:chgData name="#CUI SHUAIWEN#" userId="35a196ea-bcb8-475e-86cf-0b9eaca8a48f" providerId="ADAL" clId="{4D8D382B-DDFF-455F-B5ED-E854E938891F}" dt="2026-03-31T11:58:18.299" v="1257"/>
          <ac:spMkLst>
            <pc:docMk/>
            <pc:sldMk cId="2695943759" sldId="305"/>
            <ac:spMk id="2" creationId="{301B2EE7-4456-CB9B-4C50-7570C43D1DC2}"/>
          </ac:spMkLst>
        </pc:spChg>
        <pc:spChg chg="mod">
          <ac:chgData name="#CUI SHUAIWEN#" userId="35a196ea-bcb8-475e-86cf-0b9eaca8a48f" providerId="ADAL" clId="{4D8D382B-DDFF-455F-B5ED-E854E938891F}" dt="2026-03-31T11:57:51.848" v="1254" actId="20577"/>
          <ac:spMkLst>
            <pc:docMk/>
            <pc:sldMk cId="2695943759" sldId="305"/>
            <ac:spMk id="4" creationId="{A7BA3256-6BBB-FE2C-5D19-1CA7D812ADD1}"/>
          </ac:spMkLst>
        </pc:spChg>
        <pc:spChg chg="mod">
          <ac:chgData name="#CUI SHUAIWEN#" userId="35a196ea-bcb8-475e-86cf-0b9eaca8a48f" providerId="ADAL" clId="{4D8D382B-DDFF-455F-B5ED-E854E938891F}" dt="2026-03-31T11:57:56.638" v="1255" actId="20577"/>
          <ac:spMkLst>
            <pc:docMk/>
            <pc:sldMk cId="2695943759" sldId="305"/>
            <ac:spMk id="5" creationId="{6F8064B3-9C88-32BD-004D-C2878E74CF6D}"/>
          </ac:spMkLst>
        </pc:spChg>
        <pc:picChg chg="add del mod ord">
          <ac:chgData name="#CUI SHUAIWEN#" userId="35a196ea-bcb8-475e-86cf-0b9eaca8a48f" providerId="ADAL" clId="{4D8D382B-DDFF-455F-B5ED-E854E938891F}" dt="2026-03-31T11:59:55.192" v="1267" actId="21"/>
          <ac:picMkLst>
            <pc:docMk/>
            <pc:sldMk cId="2695943759" sldId="305"/>
            <ac:picMk id="6" creationId="{83423B50-6F8A-FF42-8010-498B01ABAE67}"/>
          </ac:picMkLst>
        </pc:picChg>
        <pc:picChg chg="add del mod ord">
          <ac:chgData name="#CUI SHUAIWEN#" userId="35a196ea-bcb8-475e-86cf-0b9eaca8a48f" providerId="ADAL" clId="{4D8D382B-DDFF-455F-B5ED-E854E938891F}" dt="2026-03-31T11:58:17.943" v="1256" actId="478"/>
          <ac:picMkLst>
            <pc:docMk/>
            <pc:sldMk cId="2695943759" sldId="305"/>
            <ac:picMk id="9" creationId="{33645BA2-68EE-292F-B3E6-FA8919E256E3}"/>
          </ac:picMkLst>
        </pc:picChg>
      </pc:sldChg>
      <pc:sldChg chg="addSp delSp modSp add mod">
        <pc:chgData name="#CUI SHUAIWEN#" userId="35a196ea-bcb8-475e-86cf-0b9eaca8a48f" providerId="ADAL" clId="{4D8D382B-DDFF-455F-B5ED-E854E938891F}" dt="2026-03-31T12:15:42.862" v="1303" actId="1076"/>
        <pc:sldMkLst>
          <pc:docMk/>
          <pc:sldMk cId="1614642573" sldId="306"/>
        </pc:sldMkLst>
        <pc:spChg chg="add mod">
          <ac:chgData name="#CUI SHUAIWEN#" userId="35a196ea-bcb8-475e-86cf-0b9eaca8a48f" providerId="ADAL" clId="{4D8D382B-DDFF-455F-B5ED-E854E938891F}" dt="2026-03-31T12:15:42.862" v="1303" actId="1076"/>
          <ac:spMkLst>
            <pc:docMk/>
            <pc:sldMk cId="1614642573" sldId="306"/>
            <ac:spMk id="8" creationId="{20FCC067-AC22-84F8-70BE-53062B504A20}"/>
          </ac:spMkLst>
        </pc:spChg>
        <pc:picChg chg="del">
          <ac:chgData name="#CUI SHUAIWEN#" userId="35a196ea-bcb8-475e-86cf-0b9eaca8a48f" providerId="ADAL" clId="{4D8D382B-DDFF-455F-B5ED-E854E938891F}" dt="2026-03-31T11:59:59.106" v="1269" actId="478"/>
          <ac:picMkLst>
            <pc:docMk/>
            <pc:sldMk cId="1614642573" sldId="306"/>
            <ac:picMk id="6" creationId="{F885DC01-CE19-59C8-C535-102AA7A2F0D1}"/>
          </ac:picMkLst>
        </pc:picChg>
        <pc:picChg chg="add mod">
          <ac:chgData name="#CUI SHUAIWEN#" userId="35a196ea-bcb8-475e-86cf-0b9eaca8a48f" providerId="ADAL" clId="{4D8D382B-DDFF-455F-B5ED-E854E938891F}" dt="2026-03-31T12:15:16.023" v="1276" actId="1076"/>
          <ac:picMkLst>
            <pc:docMk/>
            <pc:sldMk cId="1614642573" sldId="306"/>
            <ac:picMk id="7" creationId="{6DF63D59-2726-F739-F32F-100ECCF454D9}"/>
          </ac:picMkLst>
        </pc:picChg>
      </pc:sldChg>
      <pc:sldChg chg="addSp delSp modSp add del mod modAnim">
        <pc:chgData name="#CUI SHUAIWEN#" userId="35a196ea-bcb8-475e-86cf-0b9eaca8a48f" providerId="ADAL" clId="{4D8D382B-DDFF-455F-B5ED-E854E938891F}" dt="2026-03-31T11:57:47.897" v="1251" actId="47"/>
        <pc:sldMkLst>
          <pc:docMk/>
          <pc:sldMk cId="3367935233" sldId="306"/>
        </pc:sldMkLst>
      </pc:sldChg>
      <pc:sldChg chg="addSp delSp modSp add mod">
        <pc:chgData name="#CUI SHUAIWEN#" userId="35a196ea-bcb8-475e-86cf-0b9eaca8a48f" providerId="ADAL" clId="{4D8D382B-DDFF-455F-B5ED-E854E938891F}" dt="2026-03-31T12:15:57.908" v="1320" actId="20577"/>
        <pc:sldMkLst>
          <pc:docMk/>
          <pc:sldMk cId="265581688" sldId="307"/>
        </pc:sldMkLst>
        <pc:spChg chg="mod">
          <ac:chgData name="#CUI SHUAIWEN#" userId="35a196ea-bcb8-475e-86cf-0b9eaca8a48f" providerId="ADAL" clId="{4D8D382B-DDFF-455F-B5ED-E854E938891F}" dt="2026-03-31T12:15:57.908" v="1320" actId="20577"/>
          <ac:spMkLst>
            <pc:docMk/>
            <pc:sldMk cId="265581688" sldId="307"/>
            <ac:spMk id="8" creationId="{0641A755-3E00-2FEB-F31C-AB0FF2E8D296}"/>
          </ac:spMkLst>
        </pc:spChg>
        <pc:picChg chg="add mod">
          <ac:chgData name="#CUI SHUAIWEN#" userId="35a196ea-bcb8-475e-86cf-0b9eaca8a48f" providerId="ADAL" clId="{4D8D382B-DDFF-455F-B5ED-E854E938891F}" dt="2026-03-31T12:15:52.390" v="1310" actId="1076"/>
          <ac:picMkLst>
            <pc:docMk/>
            <pc:sldMk cId="265581688" sldId="307"/>
            <ac:picMk id="6" creationId="{0D802E90-80F6-3247-0062-48E8101E8AFE}"/>
          </ac:picMkLst>
        </pc:picChg>
        <pc:picChg chg="del">
          <ac:chgData name="#CUI SHUAIWEN#" userId="35a196ea-bcb8-475e-86cf-0b9eaca8a48f" providerId="ADAL" clId="{4D8D382B-DDFF-455F-B5ED-E854E938891F}" dt="2026-03-31T12:15:45.872" v="1305" actId="478"/>
          <ac:picMkLst>
            <pc:docMk/>
            <pc:sldMk cId="265581688" sldId="307"/>
            <ac:picMk id="7" creationId="{4DF7454D-1B42-4B6E-4F22-EA32A5B88A9E}"/>
          </ac:picMkLst>
        </pc:picChg>
      </pc:sldChg>
      <pc:sldChg chg="addSp delSp modSp add del mod delAnim modAnim">
        <pc:chgData name="#CUI SHUAIWEN#" userId="35a196ea-bcb8-475e-86cf-0b9eaca8a48f" providerId="ADAL" clId="{4D8D382B-DDFF-455F-B5ED-E854E938891F}" dt="2026-03-31T11:57:48.450" v="1252" actId="47"/>
        <pc:sldMkLst>
          <pc:docMk/>
          <pc:sldMk cId="3835279149" sldId="307"/>
        </pc:sldMkLst>
      </pc:sldChg>
      <pc:sldChg chg="addSp delSp modSp add del mod delAnim modAnim">
        <pc:chgData name="#CUI SHUAIWEN#" userId="35a196ea-bcb8-475e-86cf-0b9eaca8a48f" providerId="ADAL" clId="{4D8D382B-DDFF-455F-B5ED-E854E938891F}" dt="2026-03-31T11:57:49.058" v="1253" actId="47"/>
        <pc:sldMkLst>
          <pc:docMk/>
          <pc:sldMk cId="608800014" sldId="308"/>
        </pc:sldMkLst>
      </pc:sldChg>
      <pc:sldChg chg="addSp delSp modSp add mod">
        <pc:chgData name="#CUI SHUAIWEN#" userId="35a196ea-bcb8-475e-86cf-0b9eaca8a48f" providerId="ADAL" clId="{4D8D382B-DDFF-455F-B5ED-E854E938891F}" dt="2026-03-31T12:16:42.478" v="1403" actId="1076"/>
        <pc:sldMkLst>
          <pc:docMk/>
          <pc:sldMk cId="2578839733" sldId="308"/>
        </pc:sldMkLst>
        <pc:spChg chg="mod">
          <ac:chgData name="#CUI SHUAIWEN#" userId="35a196ea-bcb8-475e-86cf-0b9eaca8a48f" providerId="ADAL" clId="{4D8D382B-DDFF-455F-B5ED-E854E938891F}" dt="2026-03-31T12:16:41.665" v="1402" actId="1076"/>
          <ac:spMkLst>
            <pc:docMk/>
            <pc:sldMk cId="2578839733" sldId="308"/>
            <ac:spMk id="8" creationId="{5E93B653-FA5F-640D-0A9A-A693F269CDED}"/>
          </ac:spMkLst>
        </pc:spChg>
        <pc:picChg chg="del">
          <ac:chgData name="#CUI SHUAIWEN#" userId="35a196ea-bcb8-475e-86cf-0b9eaca8a48f" providerId="ADAL" clId="{4D8D382B-DDFF-455F-B5ED-E854E938891F}" dt="2026-03-31T12:16:01.666" v="1322" actId="478"/>
          <ac:picMkLst>
            <pc:docMk/>
            <pc:sldMk cId="2578839733" sldId="308"/>
            <ac:picMk id="6" creationId="{6D4F968E-5084-F0B5-26B8-BE60F8ED21D5}"/>
          </ac:picMkLst>
        </pc:picChg>
        <pc:picChg chg="add mod">
          <ac:chgData name="#CUI SHUAIWEN#" userId="35a196ea-bcb8-475e-86cf-0b9eaca8a48f" providerId="ADAL" clId="{4D8D382B-DDFF-455F-B5ED-E854E938891F}" dt="2026-03-31T12:16:42.478" v="1403" actId="1076"/>
          <ac:picMkLst>
            <pc:docMk/>
            <pc:sldMk cId="2578839733" sldId="308"/>
            <ac:picMk id="7" creationId="{4453BFC3-68CE-427D-602B-0983C5555998}"/>
          </ac:picMkLst>
        </pc:picChg>
      </pc:sldChg>
      <pc:sldChg chg="addSp delSp modSp add mod">
        <pc:chgData name="#CUI SHUAIWEN#" userId="35a196ea-bcb8-475e-86cf-0b9eaca8a48f" providerId="ADAL" clId="{4D8D382B-DDFF-455F-B5ED-E854E938891F}" dt="2026-03-31T12:20:47.223" v="1624" actId="1076"/>
        <pc:sldMkLst>
          <pc:docMk/>
          <pc:sldMk cId="1943924751" sldId="309"/>
        </pc:sldMkLst>
        <pc:spChg chg="add mod">
          <ac:chgData name="#CUI SHUAIWEN#" userId="35a196ea-bcb8-475e-86cf-0b9eaca8a48f" providerId="ADAL" clId="{4D8D382B-DDFF-455F-B5ED-E854E938891F}" dt="2026-03-31T12:20:43.603" v="1623" actId="20577"/>
          <ac:spMkLst>
            <pc:docMk/>
            <pc:sldMk cId="1943924751" sldId="309"/>
            <ac:spMk id="7" creationId="{686296E6-4B61-B732-0B3B-5AE534691650}"/>
          </ac:spMkLst>
        </pc:spChg>
        <pc:spChg chg="mod">
          <ac:chgData name="#CUI SHUAIWEN#" userId="35a196ea-bcb8-475e-86cf-0b9eaca8a48f" providerId="ADAL" clId="{4D8D382B-DDFF-455F-B5ED-E854E938891F}" dt="2026-03-31T12:17:00.734" v="1421"/>
          <ac:spMkLst>
            <pc:docMk/>
            <pc:sldMk cId="1943924751" sldId="309"/>
            <ac:spMk id="8" creationId="{0BAA534B-A37D-4E1E-69C2-6F693A318869}"/>
          </ac:spMkLst>
        </pc:spChg>
        <pc:spChg chg="add mod">
          <ac:chgData name="#CUI SHUAIWEN#" userId="35a196ea-bcb8-475e-86cf-0b9eaca8a48f" providerId="ADAL" clId="{4D8D382B-DDFF-455F-B5ED-E854E938891F}" dt="2026-03-31T12:20:47.223" v="1624" actId="1076"/>
          <ac:spMkLst>
            <pc:docMk/>
            <pc:sldMk cId="1943924751" sldId="309"/>
            <ac:spMk id="9" creationId="{7D94B8AA-FAB2-0787-B3A8-BBAE87C5A997}"/>
          </ac:spMkLst>
        </pc:spChg>
        <pc:picChg chg="add mod">
          <ac:chgData name="#CUI SHUAIWEN#" userId="35a196ea-bcb8-475e-86cf-0b9eaca8a48f" providerId="ADAL" clId="{4D8D382B-DDFF-455F-B5ED-E854E938891F}" dt="2026-03-31T12:17:06.278" v="1422" actId="1076"/>
          <ac:picMkLst>
            <pc:docMk/>
            <pc:sldMk cId="1943924751" sldId="309"/>
            <ac:picMk id="6" creationId="{4C975C13-6288-197E-6F29-692B1140144F}"/>
          </ac:picMkLst>
        </pc:picChg>
        <pc:picChg chg="add del mod">
          <ac:chgData name="#CUI SHUAIWEN#" userId="35a196ea-bcb8-475e-86cf-0b9eaca8a48f" providerId="ADAL" clId="{4D8D382B-DDFF-455F-B5ED-E854E938891F}" dt="2026-03-31T12:19:57.183" v="1591" actId="478"/>
          <ac:picMkLst>
            <pc:docMk/>
            <pc:sldMk cId="1943924751" sldId="309"/>
            <ac:picMk id="11" creationId="{58E55149-749F-8027-D68E-AFE12A84CB14}"/>
          </ac:picMkLst>
        </pc:picChg>
      </pc:sldChg>
      <pc:sldChg chg="addSp modSp add mod">
        <pc:chgData name="#CUI SHUAIWEN#" userId="35a196ea-bcb8-475e-86cf-0b9eaca8a48f" providerId="ADAL" clId="{4D8D382B-DDFF-455F-B5ED-E854E938891F}" dt="2026-03-31T12:23:52.812" v="1733" actId="20577"/>
        <pc:sldMkLst>
          <pc:docMk/>
          <pc:sldMk cId="1345103246" sldId="310"/>
        </pc:sldMkLst>
        <pc:spChg chg="mod">
          <ac:chgData name="#CUI SHUAIWEN#" userId="35a196ea-bcb8-475e-86cf-0b9eaca8a48f" providerId="ADAL" clId="{4D8D382B-DDFF-455F-B5ED-E854E938891F}" dt="2026-03-31T12:23:52.812" v="1733" actId="20577"/>
          <ac:spMkLst>
            <pc:docMk/>
            <pc:sldMk cId="1345103246" sldId="310"/>
            <ac:spMk id="8" creationId="{DAFF89CC-1EB1-0963-F735-1FC0C6BA6910}"/>
          </ac:spMkLst>
        </pc:spChg>
        <pc:picChg chg="add mod ord">
          <ac:chgData name="#CUI SHUAIWEN#" userId="35a196ea-bcb8-475e-86cf-0b9eaca8a48f" providerId="ADAL" clId="{4D8D382B-DDFF-455F-B5ED-E854E938891F}" dt="2026-03-31T12:23:45.817" v="1718" actId="167"/>
          <ac:picMkLst>
            <pc:docMk/>
            <pc:sldMk cId="1345103246" sldId="310"/>
            <ac:picMk id="6" creationId="{4A8317DD-BC28-52A7-CD2F-F6CF2F7E7175}"/>
          </ac:picMkLst>
        </pc:picChg>
      </pc:sldChg>
      <pc:sldChg chg="addSp modSp add mod">
        <pc:chgData name="#CUI SHUAIWEN#" userId="35a196ea-bcb8-475e-86cf-0b9eaca8a48f" providerId="ADAL" clId="{4D8D382B-DDFF-455F-B5ED-E854E938891F}" dt="2026-03-31T12:24:09.033" v="1754" actId="1076"/>
        <pc:sldMkLst>
          <pc:docMk/>
          <pc:sldMk cId="1438070787" sldId="311"/>
        </pc:sldMkLst>
        <pc:spChg chg="mod">
          <ac:chgData name="#CUI SHUAIWEN#" userId="35a196ea-bcb8-475e-86cf-0b9eaca8a48f" providerId="ADAL" clId="{4D8D382B-DDFF-455F-B5ED-E854E938891F}" dt="2026-03-31T12:24:09.033" v="1754" actId="1076"/>
          <ac:spMkLst>
            <pc:docMk/>
            <pc:sldMk cId="1438070787" sldId="311"/>
            <ac:spMk id="8" creationId="{D0E59CA6-564F-8E4B-CD74-34614814D3FC}"/>
          </ac:spMkLst>
        </pc:spChg>
        <pc:picChg chg="add mod ord">
          <ac:chgData name="#CUI SHUAIWEN#" userId="35a196ea-bcb8-475e-86cf-0b9eaca8a48f" providerId="ADAL" clId="{4D8D382B-DDFF-455F-B5ED-E854E938891F}" dt="2026-03-31T12:24:03.170" v="1738" actId="1076"/>
          <ac:picMkLst>
            <pc:docMk/>
            <pc:sldMk cId="1438070787" sldId="311"/>
            <ac:picMk id="6" creationId="{FA07A94D-53F0-14F3-F4EC-43518BE025A9}"/>
          </ac:picMkLst>
        </pc:picChg>
      </pc:sldChg>
      <pc:sldChg chg="addSp modSp add mod">
        <pc:chgData name="#CUI SHUAIWEN#" userId="35a196ea-bcb8-475e-86cf-0b9eaca8a48f" providerId="ADAL" clId="{4D8D382B-DDFF-455F-B5ED-E854E938891F}" dt="2026-03-31T12:24:26.210" v="1773" actId="1076"/>
        <pc:sldMkLst>
          <pc:docMk/>
          <pc:sldMk cId="3056129216" sldId="312"/>
        </pc:sldMkLst>
        <pc:spChg chg="mod">
          <ac:chgData name="#CUI SHUAIWEN#" userId="35a196ea-bcb8-475e-86cf-0b9eaca8a48f" providerId="ADAL" clId="{4D8D382B-DDFF-455F-B5ED-E854E938891F}" dt="2026-03-31T12:24:26.210" v="1773" actId="1076"/>
          <ac:spMkLst>
            <pc:docMk/>
            <pc:sldMk cId="3056129216" sldId="312"/>
            <ac:spMk id="8" creationId="{9276FE30-8297-FEB7-08D6-524847F8BCC7}"/>
          </ac:spMkLst>
        </pc:spChg>
        <pc:picChg chg="add mod ord">
          <ac:chgData name="#CUI SHUAIWEN#" userId="35a196ea-bcb8-475e-86cf-0b9eaca8a48f" providerId="ADAL" clId="{4D8D382B-DDFF-455F-B5ED-E854E938891F}" dt="2026-03-31T12:24:19.455" v="1759" actId="1076"/>
          <ac:picMkLst>
            <pc:docMk/>
            <pc:sldMk cId="3056129216" sldId="312"/>
            <ac:picMk id="6" creationId="{BA47471E-1F3C-341B-0C17-D38AFFFA6E97}"/>
          </ac:picMkLst>
        </pc:picChg>
      </pc:sldChg>
      <pc:sldChg chg="add del">
        <pc:chgData name="#CUI SHUAIWEN#" userId="35a196ea-bcb8-475e-86cf-0b9eaca8a48f" providerId="ADAL" clId="{4D8D382B-DDFF-455F-B5ED-E854E938891F}" dt="2026-03-31T12:24:32.460" v="1774" actId="47"/>
        <pc:sldMkLst>
          <pc:docMk/>
          <pc:sldMk cId="391356711" sldId="313"/>
        </pc:sldMkLst>
      </pc:sldChg>
      <pc:sldChg chg="add del">
        <pc:chgData name="#CUI SHUAIWEN#" userId="35a196ea-bcb8-475e-86cf-0b9eaca8a48f" providerId="ADAL" clId="{4D8D382B-DDFF-455F-B5ED-E854E938891F}" dt="2026-03-31T12:24:33.315" v="1775" actId="47"/>
        <pc:sldMkLst>
          <pc:docMk/>
          <pc:sldMk cId="3066066187" sldId="314"/>
        </pc:sldMkLst>
      </pc:sldChg>
      <pc:sldChg chg="addSp delSp modSp add mod">
        <pc:chgData name="#CUI SHUAIWEN#" userId="35a196ea-bcb8-475e-86cf-0b9eaca8a48f" providerId="ADAL" clId="{4D8D382B-DDFF-455F-B5ED-E854E938891F}" dt="2026-03-31T12:23:32.045" v="1713" actId="1076"/>
        <pc:sldMkLst>
          <pc:docMk/>
          <pc:sldMk cId="3036282699" sldId="315"/>
        </pc:sldMkLst>
        <pc:spChg chg="add mod">
          <ac:chgData name="#CUI SHUAIWEN#" userId="35a196ea-bcb8-475e-86cf-0b9eaca8a48f" providerId="ADAL" clId="{4D8D382B-DDFF-455F-B5ED-E854E938891F}" dt="2026-03-31T12:22:59.580" v="1682" actId="1076"/>
          <ac:spMkLst>
            <pc:docMk/>
            <pc:sldMk cId="3036282699" sldId="315"/>
            <ac:spMk id="3" creationId="{AD74F416-E34F-E076-9863-357422A6A2E0}"/>
          </ac:spMkLst>
        </pc:spChg>
        <pc:spChg chg="del">
          <ac:chgData name="#CUI SHUAIWEN#" userId="35a196ea-bcb8-475e-86cf-0b9eaca8a48f" providerId="ADAL" clId="{4D8D382B-DDFF-455F-B5ED-E854E938891F}" dt="2026-03-31T12:20:11.449" v="1596" actId="478"/>
          <ac:spMkLst>
            <pc:docMk/>
            <pc:sldMk cId="3036282699" sldId="315"/>
            <ac:spMk id="5" creationId="{8791C784-6EA0-7760-56C7-A25D35B71C1D}"/>
          </ac:spMkLst>
        </pc:spChg>
        <pc:spChg chg="del">
          <ac:chgData name="#CUI SHUAIWEN#" userId="35a196ea-bcb8-475e-86cf-0b9eaca8a48f" providerId="ADAL" clId="{4D8D382B-DDFF-455F-B5ED-E854E938891F}" dt="2026-03-31T12:20:12.237" v="1597" actId="478"/>
          <ac:spMkLst>
            <pc:docMk/>
            <pc:sldMk cId="3036282699" sldId="315"/>
            <ac:spMk id="7" creationId="{EF30B3C3-3C5C-0122-B558-A7B56B93812F}"/>
          </ac:spMkLst>
        </pc:spChg>
        <pc:spChg chg="del">
          <ac:chgData name="#CUI SHUAIWEN#" userId="35a196ea-bcb8-475e-86cf-0b9eaca8a48f" providerId="ADAL" clId="{4D8D382B-DDFF-455F-B5ED-E854E938891F}" dt="2026-03-31T12:20:13.451" v="1598" actId="478"/>
          <ac:spMkLst>
            <pc:docMk/>
            <pc:sldMk cId="3036282699" sldId="315"/>
            <ac:spMk id="8" creationId="{42FE0966-C8D6-78C2-FC67-D72C5CD1974E}"/>
          </ac:spMkLst>
        </pc:spChg>
        <pc:spChg chg="del">
          <ac:chgData name="#CUI SHUAIWEN#" userId="35a196ea-bcb8-475e-86cf-0b9eaca8a48f" providerId="ADAL" clId="{4D8D382B-DDFF-455F-B5ED-E854E938891F}" dt="2026-03-31T12:20:10.661" v="1595" actId="478"/>
          <ac:spMkLst>
            <pc:docMk/>
            <pc:sldMk cId="3036282699" sldId="315"/>
            <ac:spMk id="9" creationId="{0FE97DB0-37ED-C083-9270-30D962D52BE5}"/>
          </ac:spMkLst>
        </pc:spChg>
        <pc:spChg chg="add mod">
          <ac:chgData name="#CUI SHUAIWEN#" userId="35a196ea-bcb8-475e-86cf-0b9eaca8a48f" providerId="ADAL" clId="{4D8D382B-DDFF-455F-B5ED-E854E938891F}" dt="2026-03-31T12:23:25.649" v="1711" actId="14100"/>
          <ac:spMkLst>
            <pc:docMk/>
            <pc:sldMk cId="3036282699" sldId="315"/>
            <ac:spMk id="19" creationId="{39467719-E910-A034-BBC7-059143ABE8BF}"/>
          </ac:spMkLst>
        </pc:spChg>
        <pc:spChg chg="add mod">
          <ac:chgData name="#CUI SHUAIWEN#" userId="35a196ea-bcb8-475e-86cf-0b9eaca8a48f" providerId="ADAL" clId="{4D8D382B-DDFF-455F-B5ED-E854E938891F}" dt="2026-03-31T12:23:32.045" v="1713" actId="1076"/>
          <ac:spMkLst>
            <pc:docMk/>
            <pc:sldMk cId="3036282699" sldId="315"/>
            <ac:spMk id="22" creationId="{F58B38E6-5C38-B275-DFBD-5F7D598C6F89}"/>
          </ac:spMkLst>
        </pc:spChg>
        <pc:picChg chg="del">
          <ac:chgData name="#CUI SHUAIWEN#" userId="35a196ea-bcb8-475e-86cf-0b9eaca8a48f" providerId="ADAL" clId="{4D8D382B-DDFF-455F-B5ED-E854E938891F}" dt="2026-03-31T12:20:08.860" v="1594" actId="478"/>
          <ac:picMkLst>
            <pc:docMk/>
            <pc:sldMk cId="3036282699" sldId="315"/>
            <ac:picMk id="6" creationId="{F1E109F2-ACBD-BE5A-8633-2B565F457CB9}"/>
          </ac:picMkLst>
        </pc:picChg>
        <pc:picChg chg="mod">
          <ac:chgData name="#CUI SHUAIWEN#" userId="35a196ea-bcb8-475e-86cf-0b9eaca8a48f" providerId="ADAL" clId="{4D8D382B-DDFF-455F-B5ED-E854E938891F}" dt="2026-03-31T12:20:59.614" v="1625" actId="1076"/>
          <ac:picMkLst>
            <pc:docMk/>
            <pc:sldMk cId="3036282699" sldId="315"/>
            <ac:picMk id="11" creationId="{A70C1A35-58A0-A8BE-B4E3-6E898394C71C}"/>
          </ac:picMkLst>
        </pc:picChg>
        <pc:picChg chg="add mod">
          <ac:chgData name="#CUI SHUAIWEN#" userId="35a196ea-bcb8-475e-86cf-0b9eaca8a48f" providerId="ADAL" clId="{4D8D382B-DDFF-455F-B5ED-E854E938891F}" dt="2026-03-31T12:22:23.373" v="1644" actId="1076"/>
          <ac:picMkLst>
            <pc:docMk/>
            <pc:sldMk cId="3036282699" sldId="315"/>
            <ac:picMk id="12" creationId="{E601B005-A776-BDFA-425F-BA643EE210BE}"/>
          </ac:picMkLst>
        </pc:picChg>
        <pc:cxnChg chg="add mod">
          <ac:chgData name="#CUI SHUAIWEN#" userId="35a196ea-bcb8-475e-86cf-0b9eaca8a48f" providerId="ADAL" clId="{4D8D382B-DDFF-455F-B5ED-E854E938891F}" dt="2026-03-31T12:23:29.843" v="1712" actId="13822"/>
          <ac:cxnSpMkLst>
            <pc:docMk/>
            <pc:sldMk cId="3036282699" sldId="315"/>
            <ac:cxnSpMk id="14" creationId="{76C96908-5910-EAFF-03B0-CECF7F4D4AAD}"/>
          </ac:cxnSpMkLst>
        </pc:cxnChg>
        <pc:cxnChg chg="add mod">
          <ac:chgData name="#CUI SHUAIWEN#" userId="35a196ea-bcb8-475e-86cf-0b9eaca8a48f" providerId="ADAL" clId="{4D8D382B-DDFF-455F-B5ED-E854E938891F}" dt="2026-03-31T12:23:29.843" v="1712" actId="13822"/>
          <ac:cxnSpMkLst>
            <pc:docMk/>
            <pc:sldMk cId="3036282699" sldId="315"/>
            <ac:cxnSpMk id="15" creationId="{996F3D65-727D-16AA-C877-52AE22BBBBF3}"/>
          </ac:cxnSpMkLst>
        </pc:cxnChg>
      </pc:sldChg>
      <pc:sldChg chg="addSp delSp modSp add mod">
        <pc:chgData name="#CUI SHUAIWEN#" userId="35a196ea-bcb8-475e-86cf-0b9eaca8a48f" providerId="ADAL" clId="{4D8D382B-DDFF-455F-B5ED-E854E938891F}" dt="2026-04-01T00:27:07.164" v="2043" actId="1076"/>
        <pc:sldMkLst>
          <pc:docMk/>
          <pc:sldMk cId="783631797" sldId="316"/>
        </pc:sldMkLst>
        <pc:spChg chg="del">
          <ac:chgData name="#CUI SHUAIWEN#" userId="35a196ea-bcb8-475e-86cf-0b9eaca8a48f" providerId="ADAL" clId="{4D8D382B-DDFF-455F-B5ED-E854E938891F}" dt="2026-04-01T00:23:59.229" v="1795" actId="478"/>
          <ac:spMkLst>
            <pc:docMk/>
            <pc:sldMk cId="783631797" sldId="316"/>
            <ac:spMk id="2" creationId="{611B5B2F-1D53-C663-54CB-D9E549ECB215}"/>
          </ac:spMkLst>
        </pc:spChg>
        <pc:spChg chg="add mod">
          <ac:chgData name="#CUI SHUAIWEN#" userId="35a196ea-bcb8-475e-86cf-0b9eaca8a48f" providerId="ADAL" clId="{4D8D382B-DDFF-455F-B5ED-E854E938891F}" dt="2026-04-01T00:27:07.164" v="2043" actId="1076"/>
          <ac:spMkLst>
            <pc:docMk/>
            <pc:sldMk cId="783631797" sldId="316"/>
            <ac:spMk id="3" creationId="{E2689B98-F4C1-B50B-F692-0B00440DC470}"/>
          </ac:spMkLst>
        </pc:spChg>
        <pc:spChg chg="del">
          <ac:chgData name="#CUI SHUAIWEN#" userId="35a196ea-bcb8-475e-86cf-0b9eaca8a48f" providerId="ADAL" clId="{4D8D382B-DDFF-455F-B5ED-E854E938891F}" dt="2026-04-01T00:23:59.229" v="1795" actId="478"/>
          <ac:spMkLst>
            <pc:docMk/>
            <pc:sldMk cId="783631797" sldId="316"/>
            <ac:spMk id="4" creationId="{ED6B4261-4E5A-6575-7DC7-E2960A6F6944}"/>
          </ac:spMkLst>
        </pc:spChg>
        <pc:spChg chg="del">
          <ac:chgData name="#CUI SHUAIWEN#" userId="35a196ea-bcb8-475e-86cf-0b9eaca8a48f" providerId="ADAL" clId="{4D8D382B-DDFF-455F-B5ED-E854E938891F}" dt="2026-04-01T00:23:59.229" v="1795" actId="478"/>
          <ac:spMkLst>
            <pc:docMk/>
            <pc:sldMk cId="783631797" sldId="316"/>
            <ac:spMk id="5" creationId="{CFA4B977-EB1B-87E0-4ABE-96AAC361A243}"/>
          </ac:spMkLst>
        </pc:spChg>
        <pc:spChg chg="del">
          <ac:chgData name="#CUI SHUAIWEN#" userId="35a196ea-bcb8-475e-86cf-0b9eaca8a48f" providerId="ADAL" clId="{4D8D382B-DDFF-455F-B5ED-E854E938891F}" dt="2026-04-01T00:23:59.229" v="1795" actId="478"/>
          <ac:spMkLst>
            <pc:docMk/>
            <pc:sldMk cId="783631797" sldId="316"/>
            <ac:spMk id="8" creationId="{BFFF7D4A-F4D5-73F1-457C-D594ADDFFB51}"/>
          </ac:spMkLst>
        </pc:spChg>
        <pc:picChg chg="del">
          <ac:chgData name="#CUI SHUAIWEN#" userId="35a196ea-bcb8-475e-86cf-0b9eaca8a48f" providerId="ADAL" clId="{4D8D382B-DDFF-455F-B5ED-E854E938891F}" dt="2026-04-01T00:23:59.723" v="1796" actId="478"/>
          <ac:picMkLst>
            <pc:docMk/>
            <pc:sldMk cId="783631797" sldId="316"/>
            <ac:picMk id="6" creationId="{BC1CAADA-7D06-5385-2454-D4C95F18AA8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4/1/2026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3" y="1189841"/>
            <a:ext cx="5336535" cy="148117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  <a:cs typeface="Arial"/>
              </a:rPr>
              <a:t>CV1711 ENGINEERING DRAWING &amp; 3D BUILD </a:t>
            </a:r>
            <a:br>
              <a:rPr lang="en-US" sz="3000" b="1" dirty="0">
                <a:solidFill>
                  <a:schemeClr val="bg1"/>
                </a:solidFill>
                <a:cs typeface="Arial"/>
              </a:rPr>
            </a:br>
            <a:r>
              <a:rPr lang="en-US" sz="3000" b="1" dirty="0">
                <a:solidFill>
                  <a:schemeClr val="bg1"/>
                </a:solidFill>
                <a:cs typeface="Arial"/>
              </a:rPr>
              <a:t>INFO MODEL (LAB)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A3103-6AB5-C3AD-490C-82D6BA90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423B50-6F8A-FF42-8010-498B01ABA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585" y="625202"/>
            <a:ext cx="4943630" cy="41978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BA3256-6BBB-FE2C-5D19-1CA7D812ADD1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11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064B3-9C88-32BD-004D-C2878E74CF6D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R9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1B2EE7-4456-CB9B-4C50-7570C43D1D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43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EF575-9FA5-D7B2-16E5-20E41F95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4BEBC7-65E6-806E-2977-1A6B40D133EB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11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1E68B-1092-ABFF-6CE6-641AC68451E0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R9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86C7C2B-BF51-88BA-77A7-01A11CE6EC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F63D59-2726-F739-F32F-100ECCF4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043" y="1562280"/>
            <a:ext cx="2999417" cy="2612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FCC067-AC22-84F8-70BE-53062B504A20}"/>
              </a:ext>
            </a:extLst>
          </p:cNvPr>
          <p:cNvSpPr txBox="1"/>
          <p:nvPr/>
        </p:nvSpPr>
        <p:spPr>
          <a:xfrm>
            <a:off x="7249839" y="2571750"/>
            <a:ext cx="1860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Extrusion</a:t>
            </a:r>
          </a:p>
        </p:txBody>
      </p:sp>
    </p:spTree>
    <p:extLst>
      <p:ext uri="{BB962C8B-B14F-4D97-AF65-F5344CB8AC3E}">
        <p14:creationId xmlns:p14="http://schemas.microsoft.com/office/powerpoint/2010/main" val="1614642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8BEC7-11D3-9BC6-99A8-A9A6ECED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652689-2C72-0A58-4C1E-B0889CF64439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11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7B2A4-C137-61F7-D395-DA8E671A000C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R9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92AFAE3-35D5-3881-5091-216C9BBB1D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41A755-3E00-2FEB-F31C-AB0FF2E8D296}"/>
              </a:ext>
            </a:extLst>
          </p:cNvPr>
          <p:cNvSpPr txBox="1"/>
          <p:nvPr/>
        </p:nvSpPr>
        <p:spPr>
          <a:xfrm>
            <a:off x="7249839" y="2571750"/>
            <a:ext cx="1860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</a:t>
            </a:r>
            <a:r>
              <a:rPr lang="en-US" altLang="zh-CN" sz="2000" dirty="0"/>
              <a:t>evolve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802E90-80F6-3247-0062-48E8101E8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228" y="807571"/>
            <a:ext cx="3324637" cy="322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8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00317-6A4B-75CC-48E3-46F27FB15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A7C578-9C5F-D057-4E0F-670D50AF2690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11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F3545-0FD5-EE8E-F1E6-C2C14D876AE0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R9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7C0AEBF-F0A4-7623-57E3-AF76C7428F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3B653-FA5F-640D-0A9A-A693F269CDED}"/>
              </a:ext>
            </a:extLst>
          </p:cNvPr>
          <p:cNvSpPr txBox="1"/>
          <p:nvPr/>
        </p:nvSpPr>
        <p:spPr>
          <a:xfrm>
            <a:off x="6225328" y="2005514"/>
            <a:ext cx="2837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Extrusion (Blue)</a:t>
            </a:r>
          </a:p>
          <a:p>
            <a:r>
              <a:rPr lang="en-US" altLang="zh-CN" sz="2000" dirty="0"/>
              <a:t>Void Extrusion (Orange)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53BFC3-68CE-427D-602B-0983C5555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781" y="776268"/>
            <a:ext cx="3748476" cy="387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39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60EEB-BEDA-7E48-2FBD-9E182FADC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4B13A5-5DF2-9A74-A474-0A1F86482242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11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3C36E-DE09-F0AD-6B42-239BD032C125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R9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B6ECE98-B750-5F3B-BE53-C67CCB96BA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A534B-A37D-4E1E-69C2-6F693A318869}"/>
              </a:ext>
            </a:extLst>
          </p:cNvPr>
          <p:cNvSpPr txBox="1"/>
          <p:nvPr/>
        </p:nvSpPr>
        <p:spPr>
          <a:xfrm>
            <a:off x="7249839" y="2571750"/>
            <a:ext cx="1860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</a:t>
            </a:r>
            <a:r>
              <a:rPr lang="en-US" altLang="zh-CN" sz="2000" dirty="0"/>
              <a:t>xtrusion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975C13-6288-197E-6F29-692B11401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771" y="860223"/>
            <a:ext cx="3783972" cy="37278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6296E6-4B61-B732-0B3B-5AE534691650}"/>
              </a:ext>
            </a:extLst>
          </p:cNvPr>
          <p:cNvSpPr txBox="1"/>
          <p:nvPr/>
        </p:nvSpPr>
        <p:spPr>
          <a:xfrm>
            <a:off x="1092400" y="838348"/>
            <a:ext cx="8018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Must know how to draw the inclined reference plane first, refer to </a:t>
            </a:r>
            <a:r>
              <a:rPr lang="en-US" altLang="zh-CN" sz="2000" dirty="0" err="1">
                <a:solidFill>
                  <a:srgbClr val="FF0000"/>
                </a:solidFill>
              </a:rPr>
              <a:t>NTULearn</a:t>
            </a:r>
            <a:r>
              <a:rPr lang="en-US" altLang="zh-CN" sz="2000" dirty="0">
                <a:solidFill>
                  <a:srgbClr val="FF0000"/>
                </a:solidFill>
              </a:rPr>
              <a:t> video</a:t>
            </a:r>
            <a:r>
              <a:rPr lang="zh-CN" altLang="en-US" sz="2000" dirty="0">
                <a:solidFill>
                  <a:srgbClr val="FF0000"/>
                </a:solidFill>
              </a:rPr>
              <a:t>！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94B8AA-FAB2-0787-B3A8-BBAE87C5A997}"/>
              </a:ext>
            </a:extLst>
          </p:cNvPr>
          <p:cNvSpPr txBox="1"/>
          <p:nvPr/>
        </p:nvSpPr>
        <p:spPr>
          <a:xfrm>
            <a:off x="83374" y="1935371"/>
            <a:ext cx="2980908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‘Inclined Reference Plane’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may appear in Quiz 2</a:t>
            </a:r>
          </a:p>
        </p:txBody>
      </p:sp>
    </p:spTree>
    <p:extLst>
      <p:ext uri="{BB962C8B-B14F-4D97-AF65-F5344CB8AC3E}">
        <p14:creationId xmlns:p14="http://schemas.microsoft.com/office/powerpoint/2010/main" val="1943924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00FF6-4D64-E0CC-643F-515E15CBD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B3419A-1EA0-0C2D-E500-C77973122286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11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DD1BF75-7E0B-5362-67AE-AE6C6C0506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0C1A35-58A0-A8BE-B4E3-6E898394C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486" y="1062810"/>
            <a:ext cx="4118144" cy="34134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74F416-E34F-E076-9863-357422A6A2E0}"/>
              </a:ext>
            </a:extLst>
          </p:cNvPr>
          <p:cNvSpPr txBox="1"/>
          <p:nvPr/>
        </p:nvSpPr>
        <p:spPr>
          <a:xfrm>
            <a:off x="4816040" y="4080690"/>
            <a:ext cx="5657084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Example Inclined Reference Plane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01B005-A776-BDFA-425F-BA643EE21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43" y="1900078"/>
            <a:ext cx="1839232" cy="164814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6C96908-5910-EAFF-03B0-CECF7F4D4AAD}"/>
              </a:ext>
            </a:extLst>
          </p:cNvPr>
          <p:cNvCxnSpPr>
            <a:cxnSpLocks/>
          </p:cNvCxnSpPr>
          <p:nvPr/>
        </p:nvCxnSpPr>
        <p:spPr>
          <a:xfrm flipH="1">
            <a:off x="1322962" y="1731523"/>
            <a:ext cx="214008" cy="640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6F3D65-727D-16AA-C877-52AE22BBBBF3}"/>
              </a:ext>
            </a:extLst>
          </p:cNvPr>
          <p:cNvCxnSpPr>
            <a:cxnSpLocks/>
          </p:cNvCxnSpPr>
          <p:nvPr/>
        </p:nvCxnSpPr>
        <p:spPr>
          <a:xfrm flipH="1" flipV="1">
            <a:off x="1861086" y="3068746"/>
            <a:ext cx="221448" cy="965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9467719-E910-A034-BBC7-059143ABE8BF}"/>
              </a:ext>
            </a:extLst>
          </p:cNvPr>
          <p:cNvSpPr txBox="1"/>
          <p:nvPr/>
        </p:nvSpPr>
        <p:spPr>
          <a:xfrm>
            <a:off x="1146590" y="1099482"/>
            <a:ext cx="433494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Setup the work reference plane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8B38E6-5C38-B275-DFBD-5F7D598C6F89}"/>
              </a:ext>
            </a:extLst>
          </p:cNvPr>
          <p:cNvSpPr txBox="1"/>
          <p:nvPr/>
        </p:nvSpPr>
        <p:spPr>
          <a:xfrm>
            <a:off x="644206" y="4044018"/>
            <a:ext cx="3810858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show the current reference plane</a:t>
            </a:r>
          </a:p>
        </p:txBody>
      </p:sp>
    </p:spTree>
    <p:extLst>
      <p:ext uri="{BB962C8B-B14F-4D97-AF65-F5344CB8AC3E}">
        <p14:creationId xmlns:p14="http://schemas.microsoft.com/office/powerpoint/2010/main" val="3036282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094DA-B2BD-8857-37C6-07F10445C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8317DD-BC28-52A7-CD2F-F6CF2F7E7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13" y="309677"/>
            <a:ext cx="4526939" cy="43359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7AE80F-3891-07EB-EEE8-C04E22FA9499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11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A4ABF-6682-085F-517C-AD0907F84190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R9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39B004-374F-8D57-A379-D0F270458E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FF89CC-1EB1-0963-F735-1FC0C6BA6910}"/>
              </a:ext>
            </a:extLst>
          </p:cNvPr>
          <p:cNvSpPr txBox="1"/>
          <p:nvPr/>
        </p:nvSpPr>
        <p:spPr>
          <a:xfrm>
            <a:off x="7249839" y="2571750"/>
            <a:ext cx="1860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Extrusion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345103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CBB1F-7976-63DA-0754-C4118143A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07A94D-53F0-14F3-F4EC-43518BE02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438" y="267769"/>
            <a:ext cx="3950282" cy="43031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64DF52-6D61-8F37-3442-BA7FF61E7F67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11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4D3C2-65B2-6A04-EB0C-A3AD3EEF86F7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R9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BAD7F75-4538-B98D-D66D-1E014327F4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59CA6-564F-8E4B-CD74-34614814D3FC}"/>
              </a:ext>
            </a:extLst>
          </p:cNvPr>
          <p:cNvSpPr txBox="1"/>
          <p:nvPr/>
        </p:nvSpPr>
        <p:spPr>
          <a:xfrm>
            <a:off x="6455125" y="2672286"/>
            <a:ext cx="1860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</a:t>
            </a:r>
            <a:r>
              <a:rPr lang="en-US" altLang="zh-CN" sz="2000" dirty="0"/>
              <a:t>oid Extrusion</a:t>
            </a:r>
          </a:p>
        </p:txBody>
      </p:sp>
    </p:spTree>
    <p:extLst>
      <p:ext uri="{BB962C8B-B14F-4D97-AF65-F5344CB8AC3E}">
        <p14:creationId xmlns:p14="http://schemas.microsoft.com/office/powerpoint/2010/main" val="1438070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E8B21-AEEE-4B27-1F1C-6D2EC207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47471E-1F3C-341B-0C17-D38AFFFA6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953" y="403785"/>
            <a:ext cx="5207314" cy="43359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E300BC-7414-0060-DC19-91E83467BCA4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11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659D40-80F7-6E59-A32E-E3A58FD2E762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R9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65547BF-DF14-9BC6-4858-F3C73BDE6C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76FE30-8297-FEB7-08D6-524847F8BCC7}"/>
              </a:ext>
            </a:extLst>
          </p:cNvPr>
          <p:cNvSpPr txBox="1"/>
          <p:nvPr/>
        </p:nvSpPr>
        <p:spPr>
          <a:xfrm>
            <a:off x="6564267" y="2571750"/>
            <a:ext cx="1860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</a:t>
            </a:r>
            <a:r>
              <a:rPr lang="en-US" altLang="zh-CN" sz="2000" dirty="0"/>
              <a:t>oid Revolve</a:t>
            </a:r>
          </a:p>
        </p:txBody>
      </p:sp>
    </p:spTree>
    <p:extLst>
      <p:ext uri="{BB962C8B-B14F-4D97-AF65-F5344CB8AC3E}">
        <p14:creationId xmlns:p14="http://schemas.microsoft.com/office/powerpoint/2010/main" val="3056129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39B5-DC5E-24DE-9811-45C96AE7C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689B98-F4C1-B50B-F692-0B00440DC470}"/>
              </a:ext>
            </a:extLst>
          </p:cNvPr>
          <p:cNvSpPr txBox="1"/>
          <p:nvPr/>
        </p:nvSpPr>
        <p:spPr>
          <a:xfrm>
            <a:off x="847376" y="862980"/>
            <a:ext cx="7621595" cy="278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NOTE: Week 12 (next week) will be home-based learning and there are no assignments. 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You may review the materials and work on exercises at home to prepare for Quiz 2 in Week 13. 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If you wish, you are also welcome to come to the EST Lab for practice.</a:t>
            </a:r>
          </a:p>
        </p:txBody>
      </p:sp>
    </p:spTree>
    <p:extLst>
      <p:ext uri="{BB962C8B-B14F-4D97-AF65-F5344CB8AC3E}">
        <p14:creationId xmlns:p14="http://schemas.microsoft.com/office/powerpoint/2010/main" val="783631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F871-2624-8CA5-10A4-526E2D95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436360-3DCA-6A1F-B231-8070A29A9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363" y="564918"/>
            <a:ext cx="1945193" cy="4229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D4689F-0084-4480-43D2-59F77A69A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528" y="564918"/>
            <a:ext cx="1945193" cy="4229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73A8F5-ABB5-A3BA-9166-9E8B9E2F2407}"/>
              </a:ext>
            </a:extLst>
          </p:cNvPr>
          <p:cNvSpPr txBox="1"/>
          <p:nvPr/>
        </p:nvSpPr>
        <p:spPr>
          <a:xfrm>
            <a:off x="148385" y="89790"/>
            <a:ext cx="4533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SCAN TO DOWNLOAD THE SLIDES</a:t>
            </a:r>
            <a:endParaRPr lang="en-SG" sz="1600" dirty="0"/>
          </a:p>
        </p:txBody>
      </p:sp>
      <p:pic>
        <p:nvPicPr>
          <p:cNvPr id="4" name="Picture 3" descr="A qr code with a dinosaur&#10;&#10;AI-generated content may be incorrect.">
            <a:extLst>
              <a:ext uri="{FF2B5EF4-FFF2-40B4-BE49-F238E27FC236}">
                <a16:creationId xmlns:a16="http://schemas.microsoft.com/office/drawing/2014/main" id="{5E6AE354-B661-F4AF-8160-66A316454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16" y="1143000"/>
            <a:ext cx="2857500" cy="285750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DDE0AD-E736-7834-9770-6052B3973F69}"/>
              </a:ext>
            </a:extLst>
          </p:cNvPr>
          <p:cNvSpPr/>
          <p:nvPr/>
        </p:nvSpPr>
        <p:spPr>
          <a:xfrm>
            <a:off x="3861128" y="3030663"/>
            <a:ext cx="1032701" cy="2116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F4BC619-0BB6-4377-DAFE-60564F8DE541}"/>
              </a:ext>
            </a:extLst>
          </p:cNvPr>
          <p:cNvSpPr/>
          <p:nvPr/>
        </p:nvSpPr>
        <p:spPr>
          <a:xfrm>
            <a:off x="7349140" y="3242330"/>
            <a:ext cx="1032701" cy="2116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4C5E3C-55BB-FCF1-AD31-DE3A0295D844}"/>
              </a:ext>
            </a:extLst>
          </p:cNvPr>
          <p:cNvCxnSpPr>
            <a:cxnSpLocks/>
          </p:cNvCxnSpPr>
          <p:nvPr/>
        </p:nvCxnSpPr>
        <p:spPr>
          <a:xfrm flipH="1">
            <a:off x="4915375" y="2671415"/>
            <a:ext cx="327644" cy="3592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F23151-07FE-30CA-B197-14A5B86422C9}"/>
              </a:ext>
            </a:extLst>
          </p:cNvPr>
          <p:cNvCxnSpPr>
            <a:cxnSpLocks/>
          </p:cNvCxnSpPr>
          <p:nvPr/>
        </p:nvCxnSpPr>
        <p:spPr>
          <a:xfrm flipH="1">
            <a:off x="8267620" y="3030663"/>
            <a:ext cx="228441" cy="1735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933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A540F8-4ACB-4DC8-920F-A3CE5A42B9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64D3FE7-A0C8-4453-A806-BCAD6F53B90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182</Words>
  <Application>Microsoft Office PowerPoint</Application>
  <PresentationFormat>On-screen Show (16:9)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CV1711 ENGINEERING DRAWING &amp; 3D BUILD  INFO MODEL (LAB)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#CUI SHUAIWEN#</cp:lastModifiedBy>
  <cp:revision>86</cp:revision>
  <dcterms:created xsi:type="dcterms:W3CDTF">2017-05-14T01:29:56Z</dcterms:created>
  <dcterms:modified xsi:type="dcterms:W3CDTF">2026-04-01T00:27:08Z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