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61"/>
  </p:handoutMasterIdLst>
  <p:sldIdLst>
    <p:sldId id="259" r:id="rId5"/>
    <p:sldId id="257" r:id="rId6"/>
    <p:sldId id="260" r:id="rId7"/>
    <p:sldId id="261" r:id="rId8"/>
    <p:sldId id="262" r:id="rId9"/>
    <p:sldId id="270" r:id="rId10"/>
    <p:sldId id="271" r:id="rId11"/>
    <p:sldId id="272" r:id="rId12"/>
    <p:sldId id="275" r:id="rId13"/>
    <p:sldId id="282" r:id="rId14"/>
    <p:sldId id="276" r:id="rId15"/>
    <p:sldId id="287" r:id="rId16"/>
    <p:sldId id="283" r:id="rId17"/>
    <p:sldId id="284" r:id="rId18"/>
    <p:sldId id="285" r:id="rId19"/>
    <p:sldId id="286" r:id="rId20"/>
    <p:sldId id="288" r:id="rId21"/>
    <p:sldId id="289" r:id="rId22"/>
    <p:sldId id="266" r:id="rId23"/>
    <p:sldId id="267" r:id="rId24"/>
    <p:sldId id="268" r:id="rId25"/>
    <p:sldId id="301" r:id="rId26"/>
    <p:sldId id="302" r:id="rId27"/>
    <p:sldId id="300" r:id="rId28"/>
    <p:sldId id="291" r:id="rId29"/>
    <p:sldId id="269" r:id="rId30"/>
    <p:sldId id="290" r:id="rId31"/>
    <p:sldId id="303" r:id="rId32"/>
    <p:sldId id="292" r:id="rId33"/>
    <p:sldId id="294" r:id="rId34"/>
    <p:sldId id="293" r:id="rId35"/>
    <p:sldId id="295" r:id="rId36"/>
    <p:sldId id="277" r:id="rId37"/>
    <p:sldId id="296" r:id="rId38"/>
    <p:sldId id="279" r:id="rId39"/>
    <p:sldId id="299" r:id="rId40"/>
    <p:sldId id="278" r:id="rId41"/>
    <p:sldId id="297" r:id="rId42"/>
    <p:sldId id="298" r:id="rId43"/>
    <p:sldId id="304" r:id="rId44"/>
    <p:sldId id="308" r:id="rId45"/>
    <p:sldId id="313" r:id="rId46"/>
    <p:sldId id="309" r:id="rId47"/>
    <p:sldId id="311" r:id="rId48"/>
    <p:sldId id="310" r:id="rId49"/>
    <p:sldId id="307" r:id="rId50"/>
    <p:sldId id="306" r:id="rId51"/>
    <p:sldId id="305" r:id="rId52"/>
    <p:sldId id="312" r:id="rId53"/>
    <p:sldId id="281" r:id="rId54"/>
    <p:sldId id="314" r:id="rId55"/>
    <p:sldId id="316" r:id="rId56"/>
    <p:sldId id="317" r:id="rId57"/>
    <p:sldId id="318" r:id="rId58"/>
    <p:sldId id="319" r:id="rId59"/>
    <p:sldId id="315" r:id="rId6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DC0B7F-E69D-4597-AD28-FC395CB652EB}" v="16" dt="2025-10-21T01:32:40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1" autoAdjust="0"/>
    <p:restoredTop sz="94758"/>
  </p:normalViewPr>
  <p:slideViewPr>
    <p:cSldViewPr snapToGrid="0" snapToObjects="1">
      <p:cViewPr varScale="1">
        <p:scale>
          <a:sx n="199" d="100"/>
          <a:sy n="199" d="100"/>
        </p:scale>
        <p:origin x="624" y="13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6/11/relationships/changesInfo" Target="changesInfos/changesInfo1.xml"/><Relationship Id="rId5" Type="http://schemas.openxmlformats.org/officeDocument/2006/relationships/slide" Target="slides/slide1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EAAB3BE4-FC2B-45A1-A24C-7B1F3E7E4B7A}"/>
    <pc:docChg chg="custSel addSld delSld modSld">
      <pc:chgData name="#CUI SHUAIWEN#" userId="35a196ea-bcb8-475e-86cf-0b9eaca8a48f" providerId="ADAL" clId="{EAAB3BE4-FC2B-45A1-A24C-7B1F3E7E4B7A}" dt="2025-08-26T11:32:00.483" v="909" actId="1076"/>
      <pc:docMkLst>
        <pc:docMk/>
      </pc:docMkLst>
      <pc:sldChg chg="delSp modSp add mod">
        <pc:chgData name="#CUI SHUAIWEN#" userId="35a196ea-bcb8-475e-86cf-0b9eaca8a48f" providerId="ADAL" clId="{EAAB3BE4-FC2B-45A1-A24C-7B1F3E7E4B7A}" dt="2025-08-26T02:18:47.944" v="905" actId="1076"/>
        <pc:sldMkLst>
          <pc:docMk/>
          <pc:sldMk cId="616729318" sldId="261"/>
        </pc:sldMkLst>
      </pc:sldChg>
      <pc:sldChg chg="addSp delSp modSp add mod">
        <pc:chgData name="#CUI SHUAIWEN#" userId="35a196ea-bcb8-475e-86cf-0b9eaca8a48f" providerId="ADAL" clId="{EAAB3BE4-FC2B-45A1-A24C-7B1F3E7E4B7A}" dt="2025-08-25T12:00:14.370" v="136" actId="1076"/>
        <pc:sldMkLst>
          <pc:docMk/>
          <pc:sldMk cId="946053145" sldId="262"/>
        </pc:sldMkLst>
      </pc:sldChg>
      <pc:sldChg chg="addSp delSp modSp add mod">
        <pc:chgData name="#CUI SHUAIWEN#" userId="35a196ea-bcb8-475e-86cf-0b9eaca8a48f" providerId="ADAL" clId="{EAAB3BE4-FC2B-45A1-A24C-7B1F3E7E4B7A}" dt="2025-08-25T12:10:14.600" v="154" actId="1076"/>
        <pc:sldMkLst>
          <pc:docMk/>
          <pc:sldMk cId="2103376003" sldId="263"/>
        </pc:sldMkLst>
      </pc:sldChg>
      <pc:sldChg chg="delSp add mod">
        <pc:chgData name="#CUI SHUAIWEN#" userId="35a196ea-bcb8-475e-86cf-0b9eaca8a48f" providerId="ADAL" clId="{EAAB3BE4-FC2B-45A1-A24C-7B1F3E7E4B7A}" dt="2025-08-25T12:08:59.485" v="140" actId="478"/>
        <pc:sldMkLst>
          <pc:docMk/>
          <pc:sldMk cId="1903417478" sldId="264"/>
        </pc:sldMkLst>
      </pc:sldChg>
      <pc:sldChg chg="addSp delSp modSp add mod">
        <pc:chgData name="#CUI SHUAIWEN#" userId="35a196ea-bcb8-475e-86cf-0b9eaca8a48f" providerId="ADAL" clId="{EAAB3BE4-FC2B-45A1-A24C-7B1F3E7E4B7A}" dt="2025-08-25T12:17:13.012" v="173" actId="1076"/>
        <pc:sldMkLst>
          <pc:docMk/>
          <pc:sldMk cId="3059173418" sldId="265"/>
        </pc:sldMkLst>
      </pc:sldChg>
      <pc:sldChg chg="addSp delSp modSp add mod">
        <pc:chgData name="#CUI SHUAIWEN#" userId="35a196ea-bcb8-475e-86cf-0b9eaca8a48f" providerId="ADAL" clId="{EAAB3BE4-FC2B-45A1-A24C-7B1F3E7E4B7A}" dt="2025-08-26T11:32:00.483" v="909" actId="1076"/>
        <pc:sldMkLst>
          <pc:docMk/>
          <pc:sldMk cId="741047462" sldId="266"/>
        </pc:sldMkLst>
      </pc:sldChg>
      <pc:sldChg chg="add del">
        <pc:chgData name="#CUI SHUAIWEN#" userId="35a196ea-bcb8-475e-86cf-0b9eaca8a48f" providerId="ADAL" clId="{EAAB3BE4-FC2B-45A1-A24C-7B1F3E7E4B7A}" dt="2025-08-25T12:43:23.374" v="415" actId="47"/>
        <pc:sldMkLst>
          <pc:docMk/>
          <pc:sldMk cId="1337408913" sldId="267"/>
        </pc:sldMkLst>
      </pc:sldChg>
      <pc:sldChg chg="delSp modSp add mod">
        <pc:chgData name="#CUI SHUAIWEN#" userId="35a196ea-bcb8-475e-86cf-0b9eaca8a48f" providerId="ADAL" clId="{EAAB3BE4-FC2B-45A1-A24C-7B1F3E7E4B7A}" dt="2025-08-25T12:55:02.614" v="510" actId="1076"/>
        <pc:sldMkLst>
          <pc:docMk/>
          <pc:sldMk cId="2663889688" sldId="267"/>
        </pc:sldMkLst>
      </pc:sldChg>
      <pc:sldChg chg="addSp delSp modSp add mod">
        <pc:chgData name="#CUI SHUAIWEN#" userId="35a196ea-bcb8-475e-86cf-0b9eaca8a48f" providerId="ADAL" clId="{EAAB3BE4-FC2B-45A1-A24C-7B1F3E7E4B7A}" dt="2025-08-25T13:55:34.475" v="553" actId="1076"/>
        <pc:sldMkLst>
          <pc:docMk/>
          <pc:sldMk cId="1444261047" sldId="268"/>
        </pc:sldMkLst>
      </pc:sldChg>
      <pc:sldChg chg="addSp delSp modSp add mod">
        <pc:chgData name="#CUI SHUAIWEN#" userId="35a196ea-bcb8-475e-86cf-0b9eaca8a48f" providerId="ADAL" clId="{EAAB3BE4-FC2B-45A1-A24C-7B1F3E7E4B7A}" dt="2025-08-25T13:56:14.493" v="560" actId="1076"/>
        <pc:sldMkLst>
          <pc:docMk/>
          <pc:sldMk cId="3817903410" sldId="269"/>
        </pc:sldMkLst>
      </pc:sldChg>
    </pc:docChg>
  </pc:docChgLst>
  <pc:docChgLst>
    <pc:chgData name="#CUI SHUAIWEN#" userId="35a196ea-bcb8-475e-86cf-0b9eaca8a48f" providerId="ADAL" clId="{2352CBD9-A54C-488E-9E22-2B1989126505}"/>
    <pc:docChg chg="undo custSel addSld delSld modSld">
      <pc:chgData name="#CUI SHUAIWEN#" userId="35a196ea-bcb8-475e-86cf-0b9eaca8a48f" providerId="ADAL" clId="{2352CBD9-A54C-488E-9E22-2B1989126505}" dt="2025-08-18T06:51:23.212" v="562" actId="1076"/>
      <pc:docMkLst>
        <pc:docMk/>
      </pc:docMkLst>
      <pc:sldChg chg="addSp delSp modSp mod">
        <pc:chgData name="#CUI SHUAIWEN#" userId="35a196ea-bcb8-475e-86cf-0b9eaca8a48f" providerId="ADAL" clId="{2352CBD9-A54C-488E-9E22-2B1989126505}" dt="2025-08-18T06:39:49.470" v="269" actId="20577"/>
        <pc:sldMkLst>
          <pc:docMk/>
          <pc:sldMk cId="3080595037" sldId="257"/>
        </pc:sldMkLst>
      </pc:sldChg>
      <pc:sldChg chg="addSp delSp modSp mod">
        <pc:chgData name="#CUI SHUAIWEN#" userId="35a196ea-bcb8-475e-86cf-0b9eaca8a48f" providerId="ADAL" clId="{2352CBD9-A54C-488E-9E22-2B1989126505}" dt="2025-08-18T06:34:54.191" v="28" actId="478"/>
        <pc:sldMkLst>
          <pc:docMk/>
          <pc:sldMk cId="1897986182" sldId="259"/>
        </pc:sldMkLst>
      </pc:sldChg>
      <pc:sldChg chg="delSp modSp add del mod">
        <pc:chgData name="#CUI SHUAIWEN#" userId="35a196ea-bcb8-475e-86cf-0b9eaca8a48f" providerId="ADAL" clId="{2352CBD9-A54C-488E-9E22-2B1989126505}" dt="2025-08-18T06:39:53.650" v="270" actId="47"/>
        <pc:sldMkLst>
          <pc:docMk/>
          <pc:sldMk cId="632224734" sldId="260"/>
        </pc:sldMkLst>
      </pc:sldChg>
      <pc:sldChg chg="addSp delSp modSp add mod">
        <pc:chgData name="#CUI SHUAIWEN#" userId="35a196ea-bcb8-475e-86cf-0b9eaca8a48f" providerId="ADAL" clId="{2352CBD9-A54C-488E-9E22-2B1989126505}" dt="2025-08-18T06:51:23.212" v="562" actId="1076"/>
        <pc:sldMkLst>
          <pc:docMk/>
          <pc:sldMk cId="4292458085" sldId="260"/>
        </pc:sldMkLst>
      </pc:sldChg>
    </pc:docChg>
  </pc:docChgLst>
  <pc:docChgLst>
    <pc:chgData name="#CUI SHUAIWEN#" userId="35a196ea-bcb8-475e-86cf-0b9eaca8a48f" providerId="ADAL" clId="{1B38D1F6-6E6F-4B7D-B2D9-3D438733DE02}"/>
    <pc:docChg chg="undo custSel addSld delSld modSld sldOrd">
      <pc:chgData name="#CUI SHUAIWEN#" userId="35a196ea-bcb8-475e-86cf-0b9eaca8a48f" providerId="ADAL" clId="{1B38D1F6-6E6F-4B7D-B2D9-3D438733DE02}" dt="2025-09-09T01:37:07.535" v="1289"/>
      <pc:docMkLst>
        <pc:docMk/>
      </pc:docMkLst>
      <pc:sldChg chg="del">
        <pc:chgData name="#CUI SHUAIWEN#" userId="35a196ea-bcb8-475e-86cf-0b9eaca8a48f" providerId="ADAL" clId="{1B38D1F6-6E6F-4B7D-B2D9-3D438733DE02}" dt="2025-09-03T01:39:46.106" v="81" actId="47"/>
        <pc:sldMkLst>
          <pc:docMk/>
          <pc:sldMk cId="2103376003" sldId="263"/>
        </pc:sldMkLst>
      </pc:sldChg>
      <pc:sldChg chg="del">
        <pc:chgData name="#CUI SHUAIWEN#" userId="35a196ea-bcb8-475e-86cf-0b9eaca8a48f" providerId="ADAL" clId="{1B38D1F6-6E6F-4B7D-B2D9-3D438733DE02}" dt="2025-09-03T01:39:51.328" v="83" actId="47"/>
        <pc:sldMkLst>
          <pc:docMk/>
          <pc:sldMk cId="1903417478" sldId="264"/>
        </pc:sldMkLst>
      </pc:sldChg>
      <pc:sldChg chg="del">
        <pc:chgData name="#CUI SHUAIWEN#" userId="35a196ea-bcb8-475e-86cf-0b9eaca8a48f" providerId="ADAL" clId="{1B38D1F6-6E6F-4B7D-B2D9-3D438733DE02}" dt="2025-09-03T01:39:47.547" v="82" actId="47"/>
        <pc:sldMkLst>
          <pc:docMk/>
          <pc:sldMk cId="3059173418" sldId="265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741047462" sldId="266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2663889688" sldId="267"/>
        </pc:sldMkLst>
      </pc:sldChg>
      <pc:sldChg chg="addSp delSp modSp mod ord delAnim modAnim">
        <pc:chgData name="#CUI SHUAIWEN#" userId="35a196ea-bcb8-475e-86cf-0b9eaca8a48f" providerId="ADAL" clId="{1B38D1F6-6E6F-4B7D-B2D9-3D438733DE02}" dt="2025-09-09T01:19:09.852" v="979"/>
        <pc:sldMkLst>
          <pc:docMk/>
          <pc:sldMk cId="1444261047" sldId="268"/>
        </pc:sldMkLst>
      </pc:sldChg>
      <pc:sldChg chg="addSp modSp mod ord">
        <pc:chgData name="#CUI SHUAIWEN#" userId="35a196ea-bcb8-475e-86cf-0b9eaca8a48f" providerId="ADAL" clId="{1B38D1F6-6E6F-4B7D-B2D9-3D438733DE02}" dt="2025-09-09T01:09:58.494" v="784" actId="1076"/>
        <pc:sldMkLst>
          <pc:docMk/>
          <pc:sldMk cId="3817903410" sldId="269"/>
        </pc:sldMkLst>
      </pc:sldChg>
      <pc:sldChg chg="del">
        <pc:chgData name="#CUI SHUAIWEN#" userId="35a196ea-bcb8-475e-86cf-0b9eaca8a48f" providerId="ADAL" clId="{1B38D1F6-6E6F-4B7D-B2D9-3D438733DE02}" dt="2025-09-03T01:39:23.832" v="80" actId="47"/>
        <pc:sldMkLst>
          <pc:docMk/>
          <pc:sldMk cId="3015121604" sldId="273"/>
        </pc:sldMkLst>
      </pc:sldChg>
      <pc:sldChg chg="del">
        <pc:chgData name="#CUI SHUAIWEN#" userId="35a196ea-bcb8-475e-86cf-0b9eaca8a48f" providerId="ADAL" clId="{1B38D1F6-6E6F-4B7D-B2D9-3D438733DE02}" dt="2025-09-03T01:39:22.695" v="79" actId="47"/>
        <pc:sldMkLst>
          <pc:docMk/>
          <pc:sldMk cId="363693390" sldId="274"/>
        </pc:sldMkLst>
      </pc:sldChg>
      <pc:sldChg chg="addSp delSp modSp mod">
        <pc:chgData name="#CUI SHUAIWEN#" userId="35a196ea-bcb8-475e-86cf-0b9eaca8a48f" providerId="ADAL" clId="{1B38D1F6-6E6F-4B7D-B2D9-3D438733DE02}" dt="2025-09-03T04:52:19.214" v="392" actId="478"/>
        <pc:sldMkLst>
          <pc:docMk/>
          <pc:sldMk cId="3148859768" sldId="277"/>
        </pc:sldMkLst>
      </pc:sldChg>
      <pc:sldChg chg="addSp delSp modSp mod">
        <pc:chgData name="#CUI SHUAIWEN#" userId="35a196ea-bcb8-475e-86cf-0b9eaca8a48f" providerId="ADAL" clId="{1B38D1F6-6E6F-4B7D-B2D9-3D438733DE02}" dt="2025-09-03T04:55:08.108" v="424" actId="166"/>
        <pc:sldMkLst>
          <pc:docMk/>
          <pc:sldMk cId="2732387768" sldId="278"/>
        </pc:sldMkLst>
      </pc:sldChg>
      <pc:sldChg chg="addSp delSp modSp mod ord">
        <pc:chgData name="#CUI SHUAIWEN#" userId="35a196ea-bcb8-475e-86cf-0b9eaca8a48f" providerId="ADAL" clId="{1B38D1F6-6E6F-4B7D-B2D9-3D438733DE02}" dt="2025-09-03T05:32:58.204" v="567" actId="167"/>
        <pc:sldMkLst>
          <pc:docMk/>
          <pc:sldMk cId="940724167" sldId="279"/>
        </pc:sldMkLst>
      </pc:sldChg>
      <pc:sldChg chg="addSp modSp mod">
        <pc:chgData name="#CUI SHUAIWEN#" userId="35a196ea-bcb8-475e-86cf-0b9eaca8a48f" providerId="ADAL" clId="{1B38D1F6-6E6F-4B7D-B2D9-3D438733DE02}" dt="2025-09-03T01:36:52.422" v="78" actId="1076"/>
        <pc:sldMkLst>
          <pc:docMk/>
          <pc:sldMk cId="3635646240" sldId="289"/>
        </pc:sldMkLst>
      </pc:sldChg>
      <pc:sldChg chg="addSp modSp mod">
        <pc:chgData name="#CUI SHUAIWEN#" userId="35a196ea-bcb8-475e-86cf-0b9eaca8a48f" providerId="ADAL" clId="{1B38D1F6-6E6F-4B7D-B2D9-3D438733DE02}" dt="2025-09-03T02:25:11.957" v="100" actId="14100"/>
        <pc:sldMkLst>
          <pc:docMk/>
          <pc:sldMk cId="3679089101" sldId="290"/>
        </pc:sldMkLst>
      </pc:sldChg>
      <pc:sldChg chg="addSp modSp mod ord">
        <pc:chgData name="#CUI SHUAIWEN#" userId="35a196ea-bcb8-475e-86cf-0b9eaca8a48f" providerId="ADAL" clId="{1B38D1F6-6E6F-4B7D-B2D9-3D438733DE02}" dt="2025-09-03T02:39:39.283" v="121"/>
        <pc:sldMkLst>
          <pc:docMk/>
          <pc:sldMk cId="2576713322" sldId="291"/>
        </pc:sldMkLst>
      </pc:sldChg>
      <pc:sldChg chg="addSp delSp modSp mod">
        <pc:chgData name="#CUI SHUAIWEN#" userId="35a196ea-bcb8-475e-86cf-0b9eaca8a48f" providerId="ADAL" clId="{1B38D1F6-6E6F-4B7D-B2D9-3D438733DE02}" dt="2025-09-09T01:32:53.336" v="1250" actId="14100"/>
        <pc:sldMkLst>
          <pc:docMk/>
          <pc:sldMk cId="2283426111" sldId="292"/>
        </pc:sldMkLst>
      </pc:sldChg>
      <pc:sldChg chg="addSp delSp modSp mod">
        <pc:chgData name="#CUI SHUAIWEN#" userId="35a196ea-bcb8-475e-86cf-0b9eaca8a48f" providerId="ADAL" clId="{1B38D1F6-6E6F-4B7D-B2D9-3D438733DE02}" dt="2025-09-09T01:33:33.811" v="1270" actId="20577"/>
        <pc:sldMkLst>
          <pc:docMk/>
          <pc:sldMk cId="243491516" sldId="293"/>
        </pc:sldMkLst>
      </pc:sldChg>
      <pc:sldChg chg="addSp delSp modSp add mod">
        <pc:chgData name="#CUI SHUAIWEN#" userId="35a196ea-bcb8-475e-86cf-0b9eaca8a48f" providerId="ADAL" clId="{1B38D1F6-6E6F-4B7D-B2D9-3D438733DE02}" dt="2025-09-09T01:33:09.984" v="1259" actId="20577"/>
        <pc:sldMkLst>
          <pc:docMk/>
          <pc:sldMk cId="980262105" sldId="294"/>
        </pc:sldMkLst>
      </pc:sldChg>
      <pc:sldChg chg="addSp delSp modSp add mod">
        <pc:chgData name="#CUI SHUAIWEN#" userId="35a196ea-bcb8-475e-86cf-0b9eaca8a48f" providerId="ADAL" clId="{1B38D1F6-6E6F-4B7D-B2D9-3D438733DE02}" dt="2025-09-09T01:34:08.327" v="1288" actId="20577"/>
        <pc:sldMkLst>
          <pc:docMk/>
          <pc:sldMk cId="582355745" sldId="295"/>
        </pc:sldMkLst>
      </pc:sldChg>
      <pc:sldChg chg="delSp modSp add mod">
        <pc:chgData name="#CUI SHUAIWEN#" userId="35a196ea-bcb8-475e-86cf-0b9eaca8a48f" providerId="ADAL" clId="{1B38D1F6-6E6F-4B7D-B2D9-3D438733DE02}" dt="2025-09-03T04:52:13.818" v="391" actId="1076"/>
        <pc:sldMkLst>
          <pc:docMk/>
          <pc:sldMk cId="1602438779" sldId="296"/>
        </pc:sldMkLst>
      </pc:sldChg>
      <pc:sldChg chg="addSp delSp modSp add mod">
        <pc:chgData name="#CUI SHUAIWEN#" userId="35a196ea-bcb8-475e-86cf-0b9eaca8a48f" providerId="ADAL" clId="{1B38D1F6-6E6F-4B7D-B2D9-3D438733DE02}" dt="2025-09-03T04:56:17.365" v="470" actId="1076"/>
        <pc:sldMkLst>
          <pc:docMk/>
          <pc:sldMk cId="273653382" sldId="297"/>
        </pc:sldMkLst>
      </pc:sldChg>
      <pc:sldChg chg="addSp modSp add mod">
        <pc:chgData name="#CUI SHUAIWEN#" userId="35a196ea-bcb8-475e-86cf-0b9eaca8a48f" providerId="ADAL" clId="{1B38D1F6-6E6F-4B7D-B2D9-3D438733DE02}" dt="2025-09-03T05:00:11.941" v="508" actId="14100"/>
        <pc:sldMkLst>
          <pc:docMk/>
          <pc:sldMk cId="856398079" sldId="298"/>
        </pc:sldMkLst>
      </pc:sldChg>
      <pc:sldChg chg="addSp modSp add mod">
        <pc:chgData name="#CUI SHUAIWEN#" userId="35a196ea-bcb8-475e-86cf-0b9eaca8a48f" providerId="ADAL" clId="{1B38D1F6-6E6F-4B7D-B2D9-3D438733DE02}" dt="2025-09-03T05:32:49.924" v="564" actId="1076"/>
        <pc:sldMkLst>
          <pc:docMk/>
          <pc:sldMk cId="3704679447" sldId="299"/>
        </pc:sldMkLst>
      </pc:sldChg>
      <pc:sldChg chg="addSp modSp add mod">
        <pc:chgData name="#CUI SHUAIWEN#" userId="35a196ea-bcb8-475e-86cf-0b9eaca8a48f" providerId="ADAL" clId="{1B38D1F6-6E6F-4B7D-B2D9-3D438733DE02}" dt="2025-09-09T01:09:32.625" v="754" actId="1076"/>
        <pc:sldMkLst>
          <pc:docMk/>
          <pc:sldMk cId="3779232994" sldId="300"/>
        </pc:sldMkLst>
      </pc:sldChg>
      <pc:sldChg chg="add">
        <pc:chgData name="#CUI SHUAIWEN#" userId="35a196ea-bcb8-475e-86cf-0b9eaca8a48f" providerId="ADAL" clId="{1B38D1F6-6E6F-4B7D-B2D9-3D438733DE02}" dt="2025-09-09T00:51:17.660" v="592"/>
        <pc:sldMkLst>
          <pc:docMk/>
          <pc:sldMk cId="206254916" sldId="301"/>
        </pc:sldMkLst>
      </pc:sldChg>
      <pc:sldChg chg="addSp delSp modSp add mod delAnim">
        <pc:chgData name="#CUI SHUAIWEN#" userId="35a196ea-bcb8-475e-86cf-0b9eaca8a48f" providerId="ADAL" clId="{1B38D1F6-6E6F-4B7D-B2D9-3D438733DE02}" dt="2025-09-09T01:23:33.332" v="1069" actId="20577"/>
        <pc:sldMkLst>
          <pc:docMk/>
          <pc:sldMk cId="2977683853" sldId="302"/>
        </pc:sldMkLst>
      </pc:sldChg>
      <pc:sldChg chg="addSp delSp modSp add mod modAnim">
        <pc:chgData name="#CUI SHUAIWEN#" userId="35a196ea-bcb8-475e-86cf-0b9eaca8a48f" providerId="ADAL" clId="{1B38D1F6-6E6F-4B7D-B2D9-3D438733DE02}" dt="2025-09-09T01:27:47.684" v="1171" actId="1076"/>
        <pc:sldMkLst>
          <pc:docMk/>
          <pc:sldMk cId="3525409591" sldId="303"/>
        </pc:sldMkLst>
      </pc:sldChg>
      <pc:sldChg chg="add">
        <pc:chgData name="#CUI SHUAIWEN#" userId="35a196ea-bcb8-475e-86cf-0b9eaca8a48f" providerId="ADAL" clId="{1B38D1F6-6E6F-4B7D-B2D9-3D438733DE02}" dt="2025-09-09T01:37:07.535" v="1289"/>
        <pc:sldMkLst>
          <pc:docMk/>
          <pc:sldMk cId="2224933946" sldId="304"/>
        </pc:sldMkLst>
      </pc:sldChg>
    </pc:docChg>
  </pc:docChgLst>
  <pc:docChgLst>
    <pc:chgData name="#CUI SHUAIWEN#" userId="35a196ea-bcb8-475e-86cf-0b9eaca8a48f" providerId="ADAL" clId="{4D8D382B-DDFF-455F-B5ED-E854E938891F}"/>
    <pc:docChg chg="custSel addSld modSld">
      <pc:chgData name="#CUI SHUAIWEN#" userId="35a196ea-bcb8-475e-86cf-0b9eaca8a48f" providerId="ADAL" clId="{4D8D382B-DDFF-455F-B5ED-E854E938891F}" dt="2025-10-21T01:32:49.866" v="110" actId="1076"/>
      <pc:docMkLst>
        <pc:docMk/>
      </pc:docMkLst>
      <pc:sldChg chg="addSp delSp modSp add mod delAnim">
        <pc:chgData name="#CUI SHUAIWEN#" userId="35a196ea-bcb8-475e-86cf-0b9eaca8a48f" providerId="ADAL" clId="{4D8D382B-DDFF-455F-B5ED-E854E938891F}" dt="2025-10-21T01:32:49.866" v="110" actId="1076"/>
        <pc:sldMkLst>
          <pc:docMk/>
          <pc:sldMk cId="2401157614" sldId="319"/>
        </pc:sldMkLst>
        <pc:spChg chg="mod">
          <ac:chgData name="#CUI SHUAIWEN#" userId="35a196ea-bcb8-475e-86cf-0b9eaca8a48f" providerId="ADAL" clId="{4D8D382B-DDFF-455F-B5ED-E854E938891F}" dt="2025-10-21T01:29:13.619" v="5" actId="6549"/>
          <ac:spMkLst>
            <pc:docMk/>
            <pc:sldMk cId="2401157614" sldId="319"/>
            <ac:spMk id="2" creationId="{A194C92B-9B0C-2911-2099-98B6972DF7DD}"/>
          </ac:spMkLst>
        </pc:spChg>
        <pc:spChg chg="mod">
          <ac:chgData name="#CUI SHUAIWEN#" userId="35a196ea-bcb8-475e-86cf-0b9eaca8a48f" providerId="ADAL" clId="{4D8D382B-DDFF-455F-B5ED-E854E938891F}" dt="2025-10-21T01:29:45.311" v="50" actId="1076"/>
          <ac:spMkLst>
            <pc:docMk/>
            <pc:sldMk cId="2401157614" sldId="319"/>
            <ac:spMk id="5" creationId="{F0BB78AE-A5CD-CE2C-C7A0-7B47A8C2E1DC}"/>
          </ac:spMkLst>
        </pc:spChg>
        <pc:spChg chg="add">
          <ac:chgData name="#CUI SHUAIWEN#" userId="35a196ea-bcb8-475e-86cf-0b9eaca8a48f" providerId="ADAL" clId="{4D8D382B-DDFF-455F-B5ED-E854E938891F}" dt="2025-10-21T01:31:53.902" v="58" actId="11529"/>
          <ac:spMkLst>
            <pc:docMk/>
            <pc:sldMk cId="2401157614" sldId="319"/>
            <ac:spMk id="7" creationId="{40387F8A-C205-EE81-38C8-FD51E25F1703}"/>
          </ac:spMkLst>
        </pc:spChg>
        <pc:spChg chg="add mod">
          <ac:chgData name="#CUI SHUAIWEN#" userId="35a196ea-bcb8-475e-86cf-0b9eaca8a48f" providerId="ADAL" clId="{4D8D382B-DDFF-455F-B5ED-E854E938891F}" dt="2025-10-21T01:31:58.931" v="60" actId="1076"/>
          <ac:spMkLst>
            <pc:docMk/>
            <pc:sldMk cId="2401157614" sldId="319"/>
            <ac:spMk id="8" creationId="{408B5F82-0650-C39E-AA12-7F8D01DA60CF}"/>
          </ac:spMkLst>
        </pc:spChg>
        <pc:spChg chg="add mod">
          <ac:chgData name="#CUI SHUAIWEN#" userId="35a196ea-bcb8-475e-86cf-0b9eaca8a48f" providerId="ADAL" clId="{4D8D382B-DDFF-455F-B5ED-E854E938891F}" dt="2025-10-21T01:32:15.066" v="86" actId="1076"/>
          <ac:spMkLst>
            <pc:docMk/>
            <pc:sldMk cId="2401157614" sldId="319"/>
            <ac:spMk id="9" creationId="{D29A6DFE-A8B6-7299-BBE5-5D2806D3E405}"/>
          </ac:spMkLst>
        </pc:spChg>
        <pc:spChg chg="add mod">
          <ac:chgData name="#CUI SHUAIWEN#" userId="35a196ea-bcb8-475e-86cf-0b9eaca8a48f" providerId="ADAL" clId="{4D8D382B-DDFF-455F-B5ED-E854E938891F}" dt="2025-10-21T01:32:22.758" v="96"/>
          <ac:spMkLst>
            <pc:docMk/>
            <pc:sldMk cId="2401157614" sldId="319"/>
            <ac:spMk id="10" creationId="{47B54C72-B71D-42B4-0C38-376AE03FEF11}"/>
          </ac:spMkLst>
        </pc:spChg>
        <pc:spChg chg="add mod">
          <ac:chgData name="#CUI SHUAIWEN#" userId="35a196ea-bcb8-475e-86cf-0b9eaca8a48f" providerId="ADAL" clId="{4D8D382B-DDFF-455F-B5ED-E854E938891F}" dt="2025-10-21T01:32:49.866" v="110" actId="1076"/>
          <ac:spMkLst>
            <pc:docMk/>
            <pc:sldMk cId="2401157614" sldId="319"/>
            <ac:spMk id="11" creationId="{7E0E7BFB-6DD8-8DAB-FD41-1E63A6FC0BF3}"/>
          </ac:spMkLst>
        </pc:spChg>
        <pc:picChg chg="del">
          <ac:chgData name="#CUI SHUAIWEN#" userId="35a196ea-bcb8-475e-86cf-0b9eaca8a48f" providerId="ADAL" clId="{4D8D382B-DDFF-455F-B5ED-E854E938891F}" dt="2025-10-21T01:29:06.488" v="1" actId="478"/>
          <ac:picMkLst>
            <pc:docMk/>
            <pc:sldMk cId="2401157614" sldId="319"/>
            <ac:picMk id="4" creationId="{700AF3B8-B6B3-2318-465D-AE48F9357114}"/>
          </ac:picMkLst>
        </pc:picChg>
        <pc:picChg chg="add mod ord">
          <ac:chgData name="#CUI SHUAIWEN#" userId="35a196ea-bcb8-475e-86cf-0b9eaca8a48f" providerId="ADAL" clId="{4D8D382B-DDFF-455F-B5ED-E854E938891F}" dt="2025-10-21T01:31:42.105" v="57" actId="1076"/>
          <ac:picMkLst>
            <pc:docMk/>
            <pc:sldMk cId="2401157614" sldId="319"/>
            <ac:picMk id="6" creationId="{4B60D173-5555-4C1D-A1C4-95CC68702676}"/>
          </ac:picMkLst>
        </pc:picChg>
      </pc:sldChg>
    </pc:docChg>
  </pc:docChgLst>
  <pc:docChgLst>
    <pc:chgData name="#CUI SHUAIWEN#" userId="35a196ea-bcb8-475e-86cf-0b9eaca8a48f" providerId="ADAL" clId="{0A963640-DA11-4476-B662-3668F2BBFD10}"/>
    <pc:docChg chg="undo custSel addSld delSld modSld sldOrd">
      <pc:chgData name="#CUI SHUAIWEN#" userId="35a196ea-bcb8-475e-86cf-0b9eaca8a48f" providerId="ADAL" clId="{0A963640-DA11-4476-B662-3668F2BBFD10}" dt="2025-09-16T02:11:24.116" v="1353" actId="20577"/>
      <pc:docMkLst>
        <pc:docMk/>
      </pc:docMkLst>
      <pc:sldChg chg="addSp modSp del mod">
        <pc:chgData name="#CUI SHUAIWEN#" userId="35a196ea-bcb8-475e-86cf-0b9eaca8a48f" providerId="ADAL" clId="{0A963640-DA11-4476-B662-3668F2BBFD10}" dt="2025-09-16T02:08:44.032" v="1283" actId="47"/>
        <pc:sldMkLst>
          <pc:docMk/>
          <pc:sldMk cId="1946571660" sldId="280"/>
        </pc:sldMkLst>
      </pc:sldChg>
      <pc:sldChg chg="addSp delSp modSp add mod">
        <pc:chgData name="#CUI SHUAIWEN#" userId="35a196ea-bcb8-475e-86cf-0b9eaca8a48f" providerId="ADAL" clId="{0A963640-DA11-4476-B662-3668F2BBFD10}" dt="2025-09-16T02:10:14.835" v="1328" actId="20577"/>
        <pc:sldMkLst>
          <pc:docMk/>
          <pc:sldMk cId="368609131" sldId="305"/>
        </pc:sldMkLst>
      </pc:sldChg>
      <pc:sldChg chg="addSp delSp modSp add mod">
        <pc:chgData name="#CUI SHUAIWEN#" userId="35a196ea-bcb8-475e-86cf-0b9eaca8a48f" providerId="ADAL" clId="{0A963640-DA11-4476-B662-3668F2BBFD10}" dt="2025-09-16T02:05:06.695" v="1064"/>
        <pc:sldMkLst>
          <pc:docMk/>
          <pc:sldMk cId="2102464296" sldId="306"/>
        </pc:sldMkLst>
      </pc:sldChg>
      <pc:sldChg chg="addSp delSp modSp add mod ord">
        <pc:chgData name="#CUI SHUAIWEN#" userId="35a196ea-bcb8-475e-86cf-0b9eaca8a48f" providerId="ADAL" clId="{0A963640-DA11-4476-B662-3668F2BBFD10}" dt="2025-09-16T02:09:37.932" v="1299" actId="11529"/>
        <pc:sldMkLst>
          <pc:docMk/>
          <pc:sldMk cId="3511831332" sldId="307"/>
        </pc:sldMkLst>
      </pc:sldChg>
      <pc:sldChg chg="addSp delSp modSp add mod">
        <pc:chgData name="#CUI SHUAIWEN#" userId="35a196ea-bcb8-475e-86cf-0b9eaca8a48f" providerId="ADAL" clId="{0A963640-DA11-4476-B662-3668F2BBFD10}" dt="2025-09-16T02:11:24.116" v="1353" actId="20577"/>
        <pc:sldMkLst>
          <pc:docMk/>
          <pc:sldMk cId="308953199" sldId="308"/>
        </pc:sldMkLst>
      </pc:sldChg>
      <pc:sldChg chg="addSp delSp modSp add mod">
        <pc:chgData name="#CUI SHUAIWEN#" userId="35a196ea-bcb8-475e-86cf-0b9eaca8a48f" providerId="ADAL" clId="{0A963640-DA11-4476-B662-3668F2BBFD10}" dt="2025-09-16T01:49:25.111" v="856" actId="1076"/>
        <pc:sldMkLst>
          <pc:docMk/>
          <pc:sldMk cId="1823350634" sldId="309"/>
        </pc:sldMkLst>
      </pc:sldChg>
      <pc:sldChg chg="addSp delSp modSp add mod">
        <pc:chgData name="#CUI SHUAIWEN#" userId="35a196ea-bcb8-475e-86cf-0b9eaca8a48f" providerId="ADAL" clId="{0A963640-DA11-4476-B662-3668F2BBFD10}" dt="2025-09-16T01:52:48.021" v="910" actId="14100"/>
        <pc:sldMkLst>
          <pc:docMk/>
          <pc:sldMk cId="1422115227" sldId="310"/>
        </pc:sldMkLst>
      </pc:sldChg>
      <pc:sldChg chg="addSp delSp modSp add mod ord">
        <pc:chgData name="#CUI SHUAIWEN#" userId="35a196ea-bcb8-475e-86cf-0b9eaca8a48f" providerId="ADAL" clId="{0A963640-DA11-4476-B662-3668F2BBFD10}" dt="2025-09-16T01:58:01.129" v="999" actId="1076"/>
        <pc:sldMkLst>
          <pc:docMk/>
          <pc:sldMk cId="1696387493" sldId="311"/>
        </pc:sldMkLst>
      </pc:sldChg>
      <pc:sldChg chg="add">
        <pc:chgData name="#CUI SHUAIWEN#" userId="35a196ea-bcb8-475e-86cf-0b9eaca8a48f" providerId="ADAL" clId="{0A963640-DA11-4476-B662-3668F2BBFD10}" dt="2025-09-16T02:10:53.431" v="1329"/>
        <pc:sldMkLst>
          <pc:docMk/>
          <pc:sldMk cId="1959596423" sldId="312"/>
        </pc:sldMkLst>
      </pc:sldChg>
      <pc:sldChg chg="add">
        <pc:chgData name="#CUI SHUAIWEN#" userId="35a196ea-bcb8-475e-86cf-0b9eaca8a48f" providerId="ADAL" clId="{0A963640-DA11-4476-B662-3668F2BBFD10}" dt="2025-09-16T02:11:00.899" v="1330"/>
        <pc:sldMkLst>
          <pc:docMk/>
          <pc:sldMk cId="3309710374" sldId="313"/>
        </pc:sldMkLst>
      </pc:sldChg>
    </pc:docChg>
  </pc:docChgLst>
  <pc:docChgLst>
    <pc:chgData name="#CUI SHUAIWEN#" userId="35a196ea-bcb8-475e-86cf-0b9eaca8a48f" providerId="ADAL" clId="{8ADC0B7F-E69D-4597-AD28-FC395CB652EB}"/>
    <pc:docChg chg="custSel addSld modSld sldOrd">
      <pc:chgData name="#CUI SHUAIWEN#" userId="35a196ea-bcb8-475e-86cf-0b9eaca8a48f" providerId="ADAL" clId="{8ADC0B7F-E69D-4597-AD28-FC395CB652EB}" dt="2025-10-14T02:08:51.862" v="522" actId="20577"/>
      <pc:docMkLst>
        <pc:docMk/>
      </pc:docMkLst>
      <pc:sldChg chg="modSp mod ord">
        <pc:chgData name="#CUI SHUAIWEN#" userId="35a196ea-bcb8-475e-86cf-0b9eaca8a48f" providerId="ADAL" clId="{8ADC0B7F-E69D-4597-AD28-FC395CB652EB}" dt="2025-10-14T02:08:51.862" v="522" actId="20577"/>
        <pc:sldMkLst>
          <pc:docMk/>
          <pc:sldMk cId="3998120187" sldId="315"/>
        </pc:sldMkLst>
        <pc:spChg chg="mod">
          <ac:chgData name="#CUI SHUAIWEN#" userId="35a196ea-bcb8-475e-86cf-0b9eaca8a48f" providerId="ADAL" clId="{8ADC0B7F-E69D-4597-AD28-FC395CB652EB}" dt="2025-10-14T02:08:51.862" v="522" actId="20577"/>
          <ac:spMkLst>
            <pc:docMk/>
            <pc:sldMk cId="3998120187" sldId="315"/>
            <ac:spMk id="6" creationId="{62ADE092-3BE9-06B6-E2C7-B2CD8C50F771}"/>
          </ac:spMkLst>
        </pc:spChg>
      </pc:sldChg>
      <pc:sldChg chg="addSp delSp modSp add mod ord">
        <pc:chgData name="#CUI SHUAIWEN#" userId="35a196ea-bcb8-475e-86cf-0b9eaca8a48f" providerId="ADAL" clId="{8ADC0B7F-E69D-4597-AD28-FC395CB652EB}" dt="2025-10-14T02:04:25.860" v="384" actId="1076"/>
        <pc:sldMkLst>
          <pc:docMk/>
          <pc:sldMk cId="684862405" sldId="317"/>
        </pc:sldMkLst>
        <pc:spChg chg="mod">
          <ac:chgData name="#CUI SHUAIWEN#" userId="35a196ea-bcb8-475e-86cf-0b9eaca8a48f" providerId="ADAL" clId="{8ADC0B7F-E69D-4597-AD28-FC395CB652EB}" dt="2025-10-14T01:25:02.696" v="25" actId="20577"/>
          <ac:spMkLst>
            <pc:docMk/>
            <pc:sldMk cId="684862405" sldId="317"/>
            <ac:spMk id="2" creationId="{8829842A-F836-C5D1-BDD9-3FFC2443B7E3}"/>
          </ac:spMkLst>
        </pc:spChg>
        <pc:spChg chg="add mod">
          <ac:chgData name="#CUI SHUAIWEN#" userId="35a196ea-bcb8-475e-86cf-0b9eaca8a48f" providerId="ADAL" clId="{8ADC0B7F-E69D-4597-AD28-FC395CB652EB}" dt="2025-10-14T02:04:25.860" v="384" actId="1076"/>
          <ac:spMkLst>
            <pc:docMk/>
            <pc:sldMk cId="684862405" sldId="317"/>
            <ac:spMk id="3" creationId="{80B32AEC-0628-6204-EA07-6ECCB7704F72}"/>
          </ac:spMkLst>
        </pc:spChg>
        <pc:spChg chg="mod">
          <ac:chgData name="#CUI SHUAIWEN#" userId="35a196ea-bcb8-475e-86cf-0b9eaca8a48f" providerId="ADAL" clId="{8ADC0B7F-E69D-4597-AD28-FC395CB652EB}" dt="2025-10-14T01:54:55.362" v="266" actId="12"/>
          <ac:spMkLst>
            <pc:docMk/>
            <pc:sldMk cId="684862405" sldId="317"/>
            <ac:spMk id="7" creationId="{E5C37909-82EA-1836-73EE-DE59F102FB94}"/>
          </ac:spMkLst>
        </pc:spChg>
      </pc:sldChg>
      <pc:sldChg chg="addSp delSp modSp add mod modAnim">
        <pc:chgData name="#CUI SHUAIWEN#" userId="35a196ea-bcb8-475e-86cf-0b9eaca8a48f" providerId="ADAL" clId="{8ADC0B7F-E69D-4597-AD28-FC395CB652EB}" dt="2025-10-14T02:08:02.618" v="496" actId="1076"/>
        <pc:sldMkLst>
          <pc:docMk/>
          <pc:sldMk cId="1252025687" sldId="318"/>
        </pc:sldMkLst>
        <pc:spChg chg="add mod">
          <ac:chgData name="#CUI SHUAIWEN#" userId="35a196ea-bcb8-475e-86cf-0b9eaca8a48f" providerId="ADAL" clId="{8ADC0B7F-E69D-4597-AD28-FC395CB652EB}" dt="2025-10-14T02:07:54.508" v="493" actId="20577"/>
          <ac:spMkLst>
            <pc:docMk/>
            <pc:sldMk cId="1252025687" sldId="318"/>
            <ac:spMk id="5" creationId="{84F303A5-8898-588D-F6D1-2D24184A5166}"/>
          </ac:spMkLst>
        </pc:spChg>
        <pc:picChg chg="add mod modCrop">
          <ac:chgData name="#CUI SHUAIWEN#" userId="35a196ea-bcb8-475e-86cf-0b9eaca8a48f" providerId="ADAL" clId="{8ADC0B7F-E69D-4597-AD28-FC395CB652EB}" dt="2025-10-14T02:08:02.618" v="496" actId="1076"/>
          <ac:picMkLst>
            <pc:docMk/>
            <pc:sldMk cId="1252025687" sldId="318"/>
            <ac:picMk id="4" creationId="{52345446-DB88-D33C-C6E0-F23F38A116C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10/21/2025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SHUAIWEN001@e.ntu.edu.s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NAME: CUI SHUAIWEN (SHAUN)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EMAIL: </a:t>
            </a:r>
            <a:r>
              <a:rPr lang="en-US" sz="2800" dirty="0">
                <a:hlinkClick r:id="rId2"/>
              </a:rPr>
              <a:t>SHUAIWEN001@e.ntu.edu.sg</a:t>
            </a:r>
            <a:endParaRPr lang="en-US" sz="28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TEL: 83071903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1" y="561838"/>
            <a:ext cx="4259179" cy="246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3, 4, …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Linkedin</a:t>
            </a:r>
            <a:r>
              <a:rPr lang="en-US" sz="2000" dirty="0"/>
              <a:t> Video Access Issue?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149115-8025-FC70-5A3B-09915D2D3673}"/>
              </a:ext>
            </a:extLst>
          </p:cNvPr>
          <p:cNvSpPr txBox="1"/>
          <p:nvPr/>
        </p:nvSpPr>
        <p:spPr>
          <a:xfrm>
            <a:off x="447575" y="4319950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AE0C7-E122-A08C-E429-E2D75BFD63CC}"/>
              </a:ext>
            </a:extLst>
          </p:cNvPr>
          <p:cNvSpPr txBox="1"/>
          <p:nvPr/>
        </p:nvSpPr>
        <p:spPr>
          <a:xfrm>
            <a:off x="312821" y="2977525"/>
            <a:ext cx="4586610" cy="123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505" y="1684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5494564" y="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8805435" y="33936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71B56D-1B3D-28AF-5BD6-A2F937F3DCD6}"/>
              </a:ext>
            </a:extLst>
          </p:cNvPr>
          <p:cNvCxnSpPr>
            <a:cxnSpLocks/>
          </p:cNvCxnSpPr>
          <p:nvPr/>
        </p:nvCxnSpPr>
        <p:spPr>
          <a:xfrm>
            <a:off x="3935186" y="2811450"/>
            <a:ext cx="6368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2660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4 (orthographic projection), week 5 (auxiliary projection), week 6 …</a:t>
            </a:r>
            <a:r>
              <a:rPr lang="zh-CN" altLang="en-US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much more difficult, </a:t>
            </a:r>
            <a:r>
              <a:rPr lang="en-US" sz="2000" dirty="0">
                <a:solidFill>
                  <a:srgbClr val="FF0000"/>
                </a:solidFill>
              </a:rPr>
              <a:t>please preview the material before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6C939E-C434-7514-06FB-76B0EA5678C2}"/>
              </a:ext>
            </a:extLst>
          </p:cNvPr>
          <p:cNvSpPr txBox="1"/>
          <p:nvPr/>
        </p:nvSpPr>
        <p:spPr>
          <a:xfrm>
            <a:off x="447575" y="4181552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63D63E-9E6D-2E33-CD37-9FD0E79BA68F}"/>
              </a:ext>
            </a:extLst>
          </p:cNvPr>
          <p:cNvSpPr txBox="1"/>
          <p:nvPr/>
        </p:nvSpPr>
        <p:spPr>
          <a:xfrm>
            <a:off x="312820" y="3131984"/>
            <a:ext cx="572221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086-CE4B-E0E6-22A4-24C826D5D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601768E-0604-DB1C-E616-D605D7CA6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85129883-94CE-769B-9249-427E606C9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9B461B-4418-583F-E9AA-8D65C4AA4E65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0E5718-5AB1-BFCD-B75F-9A824CF069DC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9AAF95-69BB-C052-4676-42AC8898DC8C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646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Please Pay Close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13643" y="120068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Elevation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Plan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941115" y="3426671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5726D38-651A-AF42-0CD4-701E7A5C4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A1211B22-02CB-1C17-5579-EF710DAA4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30F359-38DB-5F75-C38F-2B974D956DAD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2E53E0-B814-34D9-9652-76FE79F89590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6 - </a:t>
            </a:r>
            <a:r>
              <a:rPr lang="en-SG" sz="2000" b="1"/>
              <a:t>AUXILIARY PROJECTION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531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- </a:t>
            </a:r>
            <a:r>
              <a:rPr lang="en-SG" sz="2000" b="1" dirty="0">
                <a:solidFill>
                  <a:srgbClr val="FF0000"/>
                </a:solidFill>
              </a:rPr>
              <a:t>PRECEDURES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1. </a:t>
            </a:r>
            <a:r>
              <a:rPr lang="en-SG" sz="2000" b="1" dirty="0">
                <a:solidFill>
                  <a:srgbClr val="FF0000"/>
                </a:solidFill>
              </a:rPr>
              <a:t>R</a:t>
            </a:r>
            <a:r>
              <a:rPr lang="en-US" altLang="zh-CN" sz="2000" b="1" dirty="0" err="1">
                <a:solidFill>
                  <a:srgbClr val="FF0000"/>
                </a:solidFill>
              </a:rPr>
              <a:t>eproduce</a:t>
            </a:r>
            <a:r>
              <a:rPr lang="en-US" altLang="zh-CN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/>
              <a:t>the </a:t>
            </a:r>
            <a:r>
              <a:rPr lang="en-US" sz="2000" b="1" dirty="0"/>
              <a:t>principal</a:t>
            </a:r>
            <a:r>
              <a:rPr lang="en-US" altLang="zh-CN" sz="2000" b="1" dirty="0"/>
              <a:t> views</a:t>
            </a:r>
            <a:endParaRPr lang="en-SG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2. </a:t>
            </a:r>
            <a:r>
              <a:rPr lang="en-SG" sz="2000" b="1" dirty="0">
                <a:solidFill>
                  <a:srgbClr val="FF0000"/>
                </a:solidFill>
              </a:rPr>
              <a:t>Projectors </a:t>
            </a:r>
            <a:r>
              <a:rPr lang="en-US" sz="2000" b="1" dirty="0">
                <a:solidFill>
                  <a:srgbClr val="FF0000"/>
                </a:solidFill>
              </a:rPr>
              <a:t>parallel </a:t>
            </a:r>
            <a:r>
              <a:rPr lang="en-US" sz="2000" b="1" dirty="0"/>
              <a:t>to the given direction from end points  </a:t>
            </a:r>
            <a:endParaRPr lang="en-SG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3. </a:t>
            </a:r>
            <a:r>
              <a:rPr lang="en-US" sz="2000" b="1" dirty="0">
                <a:solidFill>
                  <a:srgbClr val="FF0000"/>
                </a:solidFill>
              </a:rPr>
              <a:t>G</a:t>
            </a:r>
            <a:r>
              <a:rPr lang="en-US" altLang="zh-CN" sz="2000" b="1" dirty="0">
                <a:solidFill>
                  <a:srgbClr val="FF0000"/>
                </a:solidFill>
              </a:rPr>
              <a:t>round line </a:t>
            </a:r>
            <a:r>
              <a:rPr lang="en-US" altLang="zh-CN" sz="2000" b="1" dirty="0"/>
              <a:t>perpendicular to the projectors</a:t>
            </a:r>
            <a:endParaRPr lang="en-SG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4. </a:t>
            </a:r>
            <a:r>
              <a:rPr lang="en-US" sz="2000" b="1" dirty="0">
                <a:solidFill>
                  <a:srgbClr val="FF0000"/>
                </a:solidFill>
              </a:rPr>
              <a:t>Transfer</a:t>
            </a:r>
            <a:r>
              <a:rPr lang="en-US" sz="2000" b="1" dirty="0"/>
              <a:t> heights/widths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3097103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CB4A-603E-06EB-8270-2CE2379F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81315-85E3-CD03-1987-5F82F1A6F6D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CURVES APPROXIMATION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EDDF4-24BC-D2A9-055C-55FA08094D40}"/>
              </a:ext>
            </a:extLst>
          </p:cNvPr>
          <p:cNvSpPr txBox="1"/>
          <p:nvPr/>
        </p:nvSpPr>
        <p:spPr>
          <a:xfrm>
            <a:off x="674204" y="49871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H</a:t>
            </a:r>
            <a:r>
              <a:rPr lang="en-US" altLang="zh-CN" sz="2000" b="1" dirty="0"/>
              <a:t>ow many points ? Up to you</a:t>
            </a:r>
            <a:endParaRPr lang="en-SG" sz="2000" b="1" dirty="0"/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6BC66131-7736-4AE5-163A-2C4524466A13}"/>
              </a:ext>
            </a:extLst>
          </p:cNvPr>
          <p:cNvSpPr/>
          <p:nvPr/>
        </p:nvSpPr>
        <p:spPr>
          <a:xfrm>
            <a:off x="1313736" y="1907793"/>
            <a:ext cx="3111835" cy="3111835"/>
          </a:xfrm>
          <a:prstGeom prst="pie">
            <a:avLst>
              <a:gd name="adj1" fmla="val 10797228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15D94-4BD8-D1D0-7FBE-CE2EFCFC1B5A}"/>
              </a:ext>
            </a:extLst>
          </p:cNvPr>
          <p:cNvSpPr txBox="1"/>
          <p:nvPr/>
        </p:nvSpPr>
        <p:spPr>
          <a:xfrm>
            <a:off x="674204" y="93452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Rule of thumb</a:t>
            </a:r>
            <a:endParaRPr lang="en-SG" sz="2000" b="1" dirty="0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D0D65740-AC89-062B-C0A0-0D012B2ED40B}"/>
              </a:ext>
            </a:extLst>
          </p:cNvPr>
          <p:cNvSpPr/>
          <p:nvPr/>
        </p:nvSpPr>
        <p:spPr>
          <a:xfrm>
            <a:off x="2685337" y="174262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20616771-64EE-66F9-DD39-F198FDEF96A3}"/>
              </a:ext>
            </a:extLst>
          </p:cNvPr>
          <p:cNvSpPr/>
          <p:nvPr/>
        </p:nvSpPr>
        <p:spPr>
          <a:xfrm>
            <a:off x="1148569" y="329854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F4E39156-4C15-1020-A7E0-6DAF192B121D}"/>
              </a:ext>
            </a:extLst>
          </p:cNvPr>
          <p:cNvSpPr/>
          <p:nvPr/>
        </p:nvSpPr>
        <p:spPr>
          <a:xfrm>
            <a:off x="2185811" y="1830130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ultiplication Sign 17">
            <a:extLst>
              <a:ext uri="{FF2B5EF4-FFF2-40B4-BE49-F238E27FC236}">
                <a16:creationId xmlns:a16="http://schemas.microsoft.com/office/drawing/2014/main" id="{4240C1DE-829C-7C3A-486F-A3B39C6F40F0}"/>
              </a:ext>
            </a:extLst>
          </p:cNvPr>
          <p:cNvSpPr/>
          <p:nvPr/>
        </p:nvSpPr>
        <p:spPr>
          <a:xfrm>
            <a:off x="1675688" y="215292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11F83-DB0C-738A-EA3E-C91D979E0F01}"/>
              </a:ext>
            </a:extLst>
          </p:cNvPr>
          <p:cNvCxnSpPr>
            <a:cxnSpLocks/>
          </p:cNvCxnSpPr>
          <p:nvPr/>
        </p:nvCxnSpPr>
        <p:spPr>
          <a:xfrm>
            <a:off x="2864863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CBD141-83DD-1296-1FE8-60B13CBD9A2B}"/>
              </a:ext>
            </a:extLst>
          </p:cNvPr>
          <p:cNvCxnSpPr>
            <a:cxnSpLocks/>
          </p:cNvCxnSpPr>
          <p:nvPr/>
        </p:nvCxnSpPr>
        <p:spPr>
          <a:xfrm>
            <a:off x="2348351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D2159-AAB7-297D-6DFC-DAE900DD0591}"/>
              </a:ext>
            </a:extLst>
          </p:cNvPr>
          <p:cNvCxnSpPr>
            <a:cxnSpLocks/>
          </p:cNvCxnSpPr>
          <p:nvPr/>
        </p:nvCxnSpPr>
        <p:spPr>
          <a:xfrm>
            <a:off x="1831839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047754E-C98B-3DF8-479B-E33BE6F63051}"/>
              </a:ext>
            </a:extLst>
          </p:cNvPr>
          <p:cNvCxnSpPr>
            <a:cxnSpLocks/>
          </p:cNvCxnSpPr>
          <p:nvPr/>
        </p:nvCxnSpPr>
        <p:spPr>
          <a:xfrm>
            <a:off x="1315327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587A3A93-9D1E-72E5-F096-A272DC32FAC0}"/>
              </a:ext>
            </a:extLst>
          </p:cNvPr>
          <p:cNvSpPr/>
          <p:nvPr/>
        </p:nvSpPr>
        <p:spPr>
          <a:xfrm>
            <a:off x="4942082" y="1895026"/>
            <a:ext cx="3111835" cy="3111835"/>
          </a:xfrm>
          <a:prstGeom prst="pie">
            <a:avLst>
              <a:gd name="adj1" fmla="val 14370614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51B6434-D151-B81A-5411-5753BFA71A94}"/>
              </a:ext>
            </a:extLst>
          </p:cNvPr>
          <p:cNvSpPr/>
          <p:nvPr/>
        </p:nvSpPr>
        <p:spPr>
          <a:xfrm>
            <a:off x="6313683" y="1729859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tial Circle 32">
            <a:extLst>
              <a:ext uri="{FF2B5EF4-FFF2-40B4-BE49-F238E27FC236}">
                <a16:creationId xmlns:a16="http://schemas.microsoft.com/office/drawing/2014/main" id="{A5CD09C7-F73D-3683-4508-D2F1D8DCBDEA}"/>
              </a:ext>
            </a:extLst>
          </p:cNvPr>
          <p:cNvSpPr/>
          <p:nvPr/>
        </p:nvSpPr>
        <p:spPr>
          <a:xfrm>
            <a:off x="4942082" y="1895024"/>
            <a:ext cx="3111835" cy="3111835"/>
          </a:xfrm>
          <a:prstGeom prst="pie">
            <a:avLst>
              <a:gd name="adj1" fmla="val 10779264"/>
              <a:gd name="adj2" fmla="val 123980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6FB94E0B-B518-3C58-4CAE-0CF1A6258833}"/>
              </a:ext>
            </a:extLst>
          </p:cNvPr>
          <p:cNvSpPr/>
          <p:nvPr/>
        </p:nvSpPr>
        <p:spPr>
          <a:xfrm>
            <a:off x="4942082" y="1895022"/>
            <a:ext cx="3111835" cy="3111835"/>
          </a:xfrm>
          <a:prstGeom prst="pie">
            <a:avLst>
              <a:gd name="adj1" fmla="val 12408755"/>
              <a:gd name="adj2" fmla="val 143677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0D9D109-E937-F5EF-921C-936C8CA8C7D9}"/>
              </a:ext>
            </a:extLst>
          </p:cNvPr>
          <p:cNvSpPr/>
          <p:nvPr/>
        </p:nvSpPr>
        <p:spPr>
          <a:xfrm>
            <a:off x="4942082" y="256021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C95311F9-8BE7-4593-70BC-BAC63E55816B}"/>
              </a:ext>
            </a:extLst>
          </p:cNvPr>
          <p:cNvSpPr/>
          <p:nvPr/>
        </p:nvSpPr>
        <p:spPr>
          <a:xfrm>
            <a:off x="4776915" y="328577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93CA6CFD-922C-8658-E149-5F5123D64923}"/>
              </a:ext>
            </a:extLst>
          </p:cNvPr>
          <p:cNvSpPr/>
          <p:nvPr/>
        </p:nvSpPr>
        <p:spPr>
          <a:xfrm>
            <a:off x="5559928" y="191018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5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90B1-44C1-1776-DA97-1F2D9790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98D064-E38F-2350-C034-784EE921A6F2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FURTHEST POINTS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82855-0258-8D86-1B62-EE2111BF72C5}"/>
              </a:ext>
            </a:extLst>
          </p:cNvPr>
          <p:cNvSpPr/>
          <p:nvPr/>
        </p:nvSpPr>
        <p:spPr>
          <a:xfrm>
            <a:off x="1627726" y="1245631"/>
            <a:ext cx="2336268" cy="233626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F3A830-CF9C-F1E1-AD35-3EC24C6EBAFF}"/>
              </a:ext>
            </a:extLst>
          </p:cNvPr>
          <p:cNvCxnSpPr>
            <a:cxnSpLocks/>
          </p:cNvCxnSpPr>
          <p:nvPr/>
        </p:nvCxnSpPr>
        <p:spPr>
          <a:xfrm flipV="1">
            <a:off x="311183" y="3143399"/>
            <a:ext cx="1077173" cy="494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AAF58C-36BE-04EE-3B04-13A38B235936}"/>
              </a:ext>
            </a:extLst>
          </p:cNvPr>
          <p:cNvCxnSpPr>
            <a:cxnSpLocks/>
          </p:cNvCxnSpPr>
          <p:nvPr/>
        </p:nvCxnSpPr>
        <p:spPr>
          <a:xfrm flipV="1">
            <a:off x="560130" y="509948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D79DF2A-B103-921B-4BDE-E16FDDE1E455}"/>
              </a:ext>
            </a:extLst>
          </p:cNvPr>
          <p:cNvCxnSpPr>
            <a:cxnSpLocks/>
          </p:cNvCxnSpPr>
          <p:nvPr/>
        </p:nvCxnSpPr>
        <p:spPr>
          <a:xfrm flipV="1">
            <a:off x="1627726" y="2629983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E4948D-1DB3-2E86-66F7-DA40CC47DCEE}"/>
              </a:ext>
            </a:extLst>
          </p:cNvPr>
          <p:cNvCxnSpPr/>
          <p:nvPr/>
        </p:nvCxnSpPr>
        <p:spPr>
          <a:xfrm flipH="1" flipV="1">
            <a:off x="1838373" y="509948"/>
            <a:ext cx="1914974" cy="38178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69DD0173-AE5E-07DC-B873-6B1B7EBA1A4A}"/>
              </a:ext>
            </a:extLst>
          </p:cNvPr>
          <p:cNvSpPr/>
          <p:nvPr/>
        </p:nvSpPr>
        <p:spPr>
          <a:xfrm>
            <a:off x="2630693" y="2248598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87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4ADF-B124-0EFE-0834-2667007AE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A34E1-766F-CAD8-2A2B-C5FDE63BA2B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EDGE OF COLUMNS</a:t>
            </a:r>
            <a:endParaRPr lang="en-SG" sz="16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933558"/>
                  </p:ext>
                </p:extLst>
              </p:nvPr>
            </p:nvGraphicFramePr>
            <p:xfrm>
              <a:off x="668282" y="976430"/>
              <a:ext cx="2263584" cy="34587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263584" cy="345873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2938419" ay="-73858" az="-8486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8282" y="976430"/>
                <a:ext cx="2263584" cy="345873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B7D0895-A145-F1F5-0BE9-5B79ADF6C33A}"/>
              </a:ext>
            </a:extLst>
          </p:cNvPr>
          <p:cNvSpPr/>
          <p:nvPr/>
        </p:nvSpPr>
        <p:spPr>
          <a:xfrm>
            <a:off x="5332404" y="1120260"/>
            <a:ext cx="1398729" cy="30639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BB03F-4DAE-1E43-09C9-A2134B8268E0}"/>
              </a:ext>
            </a:extLst>
          </p:cNvPr>
          <p:cNvSpPr/>
          <p:nvPr/>
        </p:nvSpPr>
        <p:spPr>
          <a:xfrm>
            <a:off x="4931058" y="1120260"/>
            <a:ext cx="2263584" cy="306395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1152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EA145-50D0-DAF2-D72C-EDFBA64C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5111631"/>
                  </p:ext>
                </p:extLst>
              </p:nvPr>
            </p:nvGraphicFramePr>
            <p:xfrm>
              <a:off x="911515" y="653486"/>
              <a:ext cx="2415756" cy="329075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415756" cy="329075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4923100" ay="1186294" az="-6745749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1515" y="653486"/>
                <a:ext cx="2415756" cy="3290754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BB92616-971D-3119-F77D-009CA075F04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65EACA-D438-57C8-9F17-81BC81BD8721}"/>
              </a:ext>
            </a:extLst>
          </p:cNvPr>
          <p:cNvSpPr/>
          <p:nvPr/>
        </p:nvSpPr>
        <p:spPr>
          <a:xfrm>
            <a:off x="4655776" y="1867099"/>
            <a:ext cx="2321909" cy="203944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DA4ECC-C841-B702-127F-5DE29BD93179}"/>
              </a:ext>
            </a:extLst>
          </p:cNvPr>
          <p:cNvCxnSpPr>
            <a:cxnSpLocks/>
            <a:endCxn id="18" idx="0"/>
          </p:cNvCxnSpPr>
          <p:nvPr/>
        </p:nvCxnSpPr>
        <p:spPr>
          <a:xfrm flipV="1">
            <a:off x="4694080" y="1603791"/>
            <a:ext cx="488300" cy="9526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150CC5-A610-C7ED-4F74-13EC20B47C37}"/>
              </a:ext>
            </a:extLst>
          </p:cNvPr>
          <p:cNvCxnSpPr>
            <a:cxnSpLocks/>
          </p:cNvCxnSpPr>
          <p:nvPr/>
        </p:nvCxnSpPr>
        <p:spPr>
          <a:xfrm flipH="1" flipV="1">
            <a:off x="6379256" y="1560704"/>
            <a:ext cx="507468" cy="9288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F43BB-B01A-66C5-D4D6-8B43D6976CC8}"/>
              </a:ext>
            </a:extLst>
          </p:cNvPr>
          <p:cNvSpPr/>
          <p:nvPr/>
        </p:nvSpPr>
        <p:spPr>
          <a:xfrm>
            <a:off x="5182380" y="1335694"/>
            <a:ext cx="1196876" cy="268097"/>
          </a:xfrm>
          <a:custGeom>
            <a:avLst/>
            <a:gdLst>
              <a:gd name="connsiteX0" fmla="*/ 0 w 1196876"/>
              <a:gd name="connsiteY0" fmla="*/ 268097 h 268097"/>
              <a:gd name="connsiteX1" fmla="*/ 38299 w 1196876"/>
              <a:gd name="connsiteY1" fmla="*/ 234585 h 268097"/>
              <a:gd name="connsiteX2" fmla="*/ 47874 w 1196876"/>
              <a:gd name="connsiteY2" fmla="*/ 215435 h 268097"/>
              <a:gd name="connsiteX3" fmla="*/ 76599 w 1196876"/>
              <a:gd name="connsiteY3" fmla="*/ 186710 h 268097"/>
              <a:gd name="connsiteX4" fmla="*/ 90961 w 1196876"/>
              <a:gd name="connsiteY4" fmla="*/ 172348 h 268097"/>
              <a:gd name="connsiteX5" fmla="*/ 114898 w 1196876"/>
              <a:gd name="connsiteY5" fmla="*/ 143623 h 268097"/>
              <a:gd name="connsiteX6" fmla="*/ 138835 w 1196876"/>
              <a:gd name="connsiteY6" fmla="*/ 124474 h 268097"/>
              <a:gd name="connsiteX7" fmla="*/ 153198 w 1196876"/>
              <a:gd name="connsiteY7" fmla="*/ 114899 h 268097"/>
              <a:gd name="connsiteX8" fmla="*/ 210647 w 1196876"/>
              <a:gd name="connsiteY8" fmla="*/ 86174 h 268097"/>
              <a:gd name="connsiteX9" fmla="*/ 229797 w 1196876"/>
              <a:gd name="connsiteY9" fmla="*/ 76599 h 268097"/>
              <a:gd name="connsiteX10" fmla="*/ 263309 w 1196876"/>
              <a:gd name="connsiteY10" fmla="*/ 67024 h 268097"/>
              <a:gd name="connsiteX11" fmla="*/ 301608 w 1196876"/>
              <a:gd name="connsiteY11" fmla="*/ 47875 h 268097"/>
              <a:gd name="connsiteX12" fmla="*/ 339908 w 1196876"/>
              <a:gd name="connsiteY12" fmla="*/ 38300 h 268097"/>
              <a:gd name="connsiteX13" fmla="*/ 363845 w 1196876"/>
              <a:gd name="connsiteY13" fmla="*/ 28725 h 268097"/>
              <a:gd name="connsiteX14" fmla="*/ 387782 w 1196876"/>
              <a:gd name="connsiteY14" fmla="*/ 23937 h 268097"/>
              <a:gd name="connsiteX15" fmla="*/ 402144 w 1196876"/>
              <a:gd name="connsiteY15" fmla="*/ 19150 h 268097"/>
              <a:gd name="connsiteX16" fmla="*/ 421294 w 1196876"/>
              <a:gd name="connsiteY16" fmla="*/ 14363 h 268097"/>
              <a:gd name="connsiteX17" fmla="*/ 450019 w 1196876"/>
              <a:gd name="connsiteY17" fmla="*/ 4788 h 268097"/>
              <a:gd name="connsiteX18" fmla="*/ 478743 w 1196876"/>
              <a:gd name="connsiteY18" fmla="*/ 0 h 268097"/>
              <a:gd name="connsiteX19" fmla="*/ 655878 w 1196876"/>
              <a:gd name="connsiteY19" fmla="*/ 9575 h 268097"/>
              <a:gd name="connsiteX20" fmla="*/ 684603 w 1196876"/>
              <a:gd name="connsiteY20" fmla="*/ 14363 h 268097"/>
              <a:gd name="connsiteX21" fmla="*/ 765989 w 1196876"/>
              <a:gd name="connsiteY21" fmla="*/ 23937 h 268097"/>
              <a:gd name="connsiteX22" fmla="*/ 813864 w 1196876"/>
              <a:gd name="connsiteY22" fmla="*/ 38300 h 268097"/>
              <a:gd name="connsiteX23" fmla="*/ 837801 w 1196876"/>
              <a:gd name="connsiteY23" fmla="*/ 43087 h 268097"/>
              <a:gd name="connsiteX24" fmla="*/ 852163 w 1196876"/>
              <a:gd name="connsiteY24" fmla="*/ 47875 h 268097"/>
              <a:gd name="connsiteX25" fmla="*/ 900037 w 1196876"/>
              <a:gd name="connsiteY25" fmla="*/ 57449 h 268097"/>
              <a:gd name="connsiteX26" fmla="*/ 938337 w 1196876"/>
              <a:gd name="connsiteY26" fmla="*/ 67024 h 268097"/>
              <a:gd name="connsiteX27" fmla="*/ 957487 w 1196876"/>
              <a:gd name="connsiteY27" fmla="*/ 71812 h 268097"/>
              <a:gd name="connsiteX28" fmla="*/ 976636 w 1196876"/>
              <a:gd name="connsiteY28" fmla="*/ 76599 h 268097"/>
              <a:gd name="connsiteX29" fmla="*/ 1000574 w 1196876"/>
              <a:gd name="connsiteY29" fmla="*/ 86174 h 268097"/>
              <a:gd name="connsiteX30" fmla="*/ 1014936 w 1196876"/>
              <a:gd name="connsiteY30" fmla="*/ 90961 h 268097"/>
              <a:gd name="connsiteX31" fmla="*/ 1034086 w 1196876"/>
              <a:gd name="connsiteY31" fmla="*/ 95749 h 268097"/>
              <a:gd name="connsiteX32" fmla="*/ 1072385 w 1196876"/>
              <a:gd name="connsiteY32" fmla="*/ 114899 h 268097"/>
              <a:gd name="connsiteX33" fmla="*/ 1105897 w 1196876"/>
              <a:gd name="connsiteY33" fmla="*/ 129261 h 268097"/>
              <a:gd name="connsiteX34" fmla="*/ 1139409 w 1196876"/>
              <a:gd name="connsiteY34" fmla="*/ 148411 h 268097"/>
              <a:gd name="connsiteX35" fmla="*/ 1187284 w 1196876"/>
              <a:gd name="connsiteY35" fmla="*/ 205860 h 268097"/>
              <a:gd name="connsiteX36" fmla="*/ 1196858 w 1196876"/>
              <a:gd name="connsiteY36" fmla="*/ 225010 h 26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196876" h="268097">
                <a:moveTo>
                  <a:pt x="0" y="268097"/>
                </a:moveTo>
                <a:cubicBezTo>
                  <a:pt x="7502" y="262095"/>
                  <a:pt x="31104" y="244658"/>
                  <a:pt x="38299" y="234585"/>
                </a:cubicBezTo>
                <a:cubicBezTo>
                  <a:pt x="42447" y="228778"/>
                  <a:pt x="43416" y="221008"/>
                  <a:pt x="47874" y="215435"/>
                </a:cubicBezTo>
                <a:cubicBezTo>
                  <a:pt x="56333" y="204861"/>
                  <a:pt x="67024" y="196285"/>
                  <a:pt x="76599" y="186710"/>
                </a:cubicBezTo>
                <a:cubicBezTo>
                  <a:pt x="81386" y="181923"/>
                  <a:pt x="87933" y="178404"/>
                  <a:pt x="90961" y="172348"/>
                </a:cubicBezTo>
                <a:cubicBezTo>
                  <a:pt x="103109" y="148052"/>
                  <a:pt x="94598" y="157157"/>
                  <a:pt x="114898" y="143623"/>
                </a:cubicBezTo>
                <a:cubicBezTo>
                  <a:pt x="131039" y="119412"/>
                  <a:pt x="115711" y="136036"/>
                  <a:pt x="138835" y="124474"/>
                </a:cubicBezTo>
                <a:cubicBezTo>
                  <a:pt x="143982" y="121901"/>
                  <a:pt x="148147" y="117654"/>
                  <a:pt x="153198" y="114899"/>
                </a:cubicBezTo>
                <a:cubicBezTo>
                  <a:pt x="153211" y="114892"/>
                  <a:pt x="201066" y="90965"/>
                  <a:pt x="210647" y="86174"/>
                </a:cubicBezTo>
                <a:cubicBezTo>
                  <a:pt x="217030" y="82982"/>
                  <a:pt x="222873" y="78330"/>
                  <a:pt x="229797" y="76599"/>
                </a:cubicBezTo>
                <a:cubicBezTo>
                  <a:pt x="237928" y="74566"/>
                  <a:pt x="254911" y="70841"/>
                  <a:pt x="263309" y="67024"/>
                </a:cubicBezTo>
                <a:cubicBezTo>
                  <a:pt x="276303" y="61118"/>
                  <a:pt x="287761" y="51337"/>
                  <a:pt x="301608" y="47875"/>
                </a:cubicBezTo>
                <a:cubicBezTo>
                  <a:pt x="314375" y="44683"/>
                  <a:pt x="327690" y="43187"/>
                  <a:pt x="339908" y="38300"/>
                </a:cubicBezTo>
                <a:cubicBezTo>
                  <a:pt x="347887" y="35108"/>
                  <a:pt x="355614" y="31194"/>
                  <a:pt x="363845" y="28725"/>
                </a:cubicBezTo>
                <a:cubicBezTo>
                  <a:pt x="371639" y="26387"/>
                  <a:pt x="379888" y="25911"/>
                  <a:pt x="387782" y="23937"/>
                </a:cubicBezTo>
                <a:cubicBezTo>
                  <a:pt x="392678" y="22713"/>
                  <a:pt x="397292" y="20536"/>
                  <a:pt x="402144" y="19150"/>
                </a:cubicBezTo>
                <a:cubicBezTo>
                  <a:pt x="408471" y="17343"/>
                  <a:pt x="414992" y="16254"/>
                  <a:pt x="421294" y="14363"/>
                </a:cubicBezTo>
                <a:cubicBezTo>
                  <a:pt x="430961" y="11463"/>
                  <a:pt x="440063" y="6447"/>
                  <a:pt x="450019" y="4788"/>
                </a:cubicBezTo>
                <a:lnTo>
                  <a:pt x="478743" y="0"/>
                </a:lnTo>
                <a:cubicBezTo>
                  <a:pt x="525248" y="2022"/>
                  <a:pt x="604631" y="4450"/>
                  <a:pt x="655878" y="9575"/>
                </a:cubicBezTo>
                <a:cubicBezTo>
                  <a:pt x="665537" y="10541"/>
                  <a:pt x="675009" y="12887"/>
                  <a:pt x="684603" y="14363"/>
                </a:cubicBezTo>
                <a:cubicBezTo>
                  <a:pt x="723901" y="20409"/>
                  <a:pt x="721228" y="19461"/>
                  <a:pt x="765989" y="23937"/>
                </a:cubicBezTo>
                <a:cubicBezTo>
                  <a:pt x="828183" y="36377"/>
                  <a:pt x="750866" y="19401"/>
                  <a:pt x="813864" y="38300"/>
                </a:cubicBezTo>
                <a:cubicBezTo>
                  <a:pt x="821658" y="40638"/>
                  <a:pt x="829907" y="41113"/>
                  <a:pt x="837801" y="43087"/>
                </a:cubicBezTo>
                <a:cubicBezTo>
                  <a:pt x="842697" y="44311"/>
                  <a:pt x="847246" y="46740"/>
                  <a:pt x="852163" y="47875"/>
                </a:cubicBezTo>
                <a:cubicBezTo>
                  <a:pt x="868020" y="51534"/>
                  <a:pt x="884249" y="53502"/>
                  <a:pt x="900037" y="57449"/>
                </a:cubicBezTo>
                <a:lnTo>
                  <a:pt x="938337" y="67024"/>
                </a:lnTo>
                <a:lnTo>
                  <a:pt x="957487" y="71812"/>
                </a:lnTo>
                <a:cubicBezTo>
                  <a:pt x="963870" y="73408"/>
                  <a:pt x="970527" y="74156"/>
                  <a:pt x="976636" y="76599"/>
                </a:cubicBezTo>
                <a:cubicBezTo>
                  <a:pt x="984615" y="79791"/>
                  <a:pt x="992527" y="83157"/>
                  <a:pt x="1000574" y="86174"/>
                </a:cubicBezTo>
                <a:cubicBezTo>
                  <a:pt x="1005299" y="87946"/>
                  <a:pt x="1010084" y="89575"/>
                  <a:pt x="1014936" y="90961"/>
                </a:cubicBezTo>
                <a:cubicBezTo>
                  <a:pt x="1021263" y="92769"/>
                  <a:pt x="1028012" y="93218"/>
                  <a:pt x="1034086" y="95749"/>
                </a:cubicBezTo>
                <a:cubicBezTo>
                  <a:pt x="1047261" y="101239"/>
                  <a:pt x="1058844" y="110386"/>
                  <a:pt x="1072385" y="114899"/>
                </a:cubicBezTo>
                <a:cubicBezTo>
                  <a:pt x="1086348" y="119553"/>
                  <a:pt x="1092374" y="120809"/>
                  <a:pt x="1105897" y="129261"/>
                </a:cubicBezTo>
                <a:cubicBezTo>
                  <a:pt x="1139022" y="149964"/>
                  <a:pt x="1111192" y="139004"/>
                  <a:pt x="1139409" y="148411"/>
                </a:cubicBezTo>
                <a:cubicBezTo>
                  <a:pt x="1176269" y="185270"/>
                  <a:pt x="1160625" y="165870"/>
                  <a:pt x="1187284" y="205860"/>
                </a:cubicBezTo>
                <a:cubicBezTo>
                  <a:pt x="1197743" y="221549"/>
                  <a:pt x="1196858" y="214469"/>
                  <a:pt x="1196858" y="22501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D53981B-8844-AFCB-A221-803F1F6A2C64}"/>
              </a:ext>
            </a:extLst>
          </p:cNvPr>
          <p:cNvSpPr/>
          <p:nvPr/>
        </p:nvSpPr>
        <p:spPr>
          <a:xfrm>
            <a:off x="5199154" y="1646877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E79705B-8433-492F-A2FD-787D2D1E2A5B}"/>
              </a:ext>
            </a:extLst>
          </p:cNvPr>
          <p:cNvSpPr/>
          <p:nvPr/>
        </p:nvSpPr>
        <p:spPr>
          <a:xfrm>
            <a:off x="5112980" y="1551129"/>
            <a:ext cx="1354844" cy="689390"/>
          </a:xfrm>
          <a:custGeom>
            <a:avLst/>
            <a:gdLst>
              <a:gd name="connsiteX0" fmla="*/ 47874 w 1354844"/>
              <a:gd name="connsiteY0" fmla="*/ 90961 h 689390"/>
              <a:gd name="connsiteX1" fmla="*/ 28725 w 1354844"/>
              <a:gd name="connsiteY1" fmla="*/ 114898 h 689390"/>
              <a:gd name="connsiteX2" fmla="*/ 19150 w 1354844"/>
              <a:gd name="connsiteY2" fmla="*/ 143623 h 689390"/>
              <a:gd name="connsiteX3" fmla="*/ 4788 w 1354844"/>
              <a:gd name="connsiteY3" fmla="*/ 220222 h 689390"/>
              <a:gd name="connsiteX4" fmla="*/ 0 w 1354844"/>
              <a:gd name="connsiteY4" fmla="*/ 248946 h 689390"/>
              <a:gd name="connsiteX5" fmla="*/ 4788 w 1354844"/>
              <a:gd name="connsiteY5" fmla="*/ 320758 h 689390"/>
              <a:gd name="connsiteX6" fmla="*/ 14362 w 1354844"/>
              <a:gd name="connsiteY6" fmla="*/ 373420 h 689390"/>
              <a:gd name="connsiteX7" fmla="*/ 43087 w 1354844"/>
              <a:gd name="connsiteY7" fmla="*/ 406932 h 689390"/>
              <a:gd name="connsiteX8" fmla="*/ 52662 w 1354844"/>
              <a:gd name="connsiteY8" fmla="*/ 421294 h 689390"/>
              <a:gd name="connsiteX9" fmla="*/ 86174 w 1354844"/>
              <a:gd name="connsiteY9" fmla="*/ 454806 h 689390"/>
              <a:gd name="connsiteX10" fmla="*/ 114899 w 1354844"/>
              <a:gd name="connsiteY10" fmla="*/ 478743 h 689390"/>
              <a:gd name="connsiteX11" fmla="*/ 124473 w 1354844"/>
              <a:gd name="connsiteY11" fmla="*/ 493106 h 689390"/>
              <a:gd name="connsiteX12" fmla="*/ 162773 w 1354844"/>
              <a:gd name="connsiteY12" fmla="*/ 521830 h 689390"/>
              <a:gd name="connsiteX13" fmla="*/ 205860 w 1354844"/>
              <a:gd name="connsiteY13" fmla="*/ 555342 h 689390"/>
              <a:gd name="connsiteX14" fmla="*/ 234584 w 1354844"/>
              <a:gd name="connsiteY14" fmla="*/ 569705 h 689390"/>
              <a:gd name="connsiteX15" fmla="*/ 258522 w 1354844"/>
              <a:gd name="connsiteY15" fmla="*/ 579279 h 689390"/>
              <a:gd name="connsiteX16" fmla="*/ 272884 w 1354844"/>
              <a:gd name="connsiteY16" fmla="*/ 584067 h 689390"/>
              <a:gd name="connsiteX17" fmla="*/ 292034 w 1354844"/>
              <a:gd name="connsiteY17" fmla="*/ 593642 h 689390"/>
              <a:gd name="connsiteX18" fmla="*/ 325546 w 1354844"/>
              <a:gd name="connsiteY18" fmla="*/ 608004 h 689390"/>
              <a:gd name="connsiteX19" fmla="*/ 339908 w 1354844"/>
              <a:gd name="connsiteY19" fmla="*/ 617579 h 689390"/>
              <a:gd name="connsiteX20" fmla="*/ 368633 w 1354844"/>
              <a:gd name="connsiteY20" fmla="*/ 627154 h 689390"/>
              <a:gd name="connsiteX21" fmla="*/ 402145 w 1354844"/>
              <a:gd name="connsiteY21" fmla="*/ 641516 h 689390"/>
              <a:gd name="connsiteX22" fmla="*/ 469169 w 1354844"/>
              <a:gd name="connsiteY22" fmla="*/ 655878 h 689390"/>
              <a:gd name="connsiteX23" fmla="*/ 512256 w 1354844"/>
              <a:gd name="connsiteY23" fmla="*/ 665453 h 689390"/>
              <a:gd name="connsiteX24" fmla="*/ 588855 w 1354844"/>
              <a:gd name="connsiteY24" fmla="*/ 675028 h 689390"/>
              <a:gd name="connsiteX25" fmla="*/ 670241 w 1354844"/>
              <a:gd name="connsiteY25" fmla="*/ 684603 h 689390"/>
              <a:gd name="connsiteX26" fmla="*/ 742052 w 1354844"/>
              <a:gd name="connsiteY26" fmla="*/ 689390 h 689390"/>
              <a:gd name="connsiteX27" fmla="*/ 909613 w 1354844"/>
              <a:gd name="connsiteY27" fmla="*/ 670241 h 689390"/>
              <a:gd name="connsiteX28" fmla="*/ 938337 w 1354844"/>
              <a:gd name="connsiteY28" fmla="*/ 665453 h 689390"/>
              <a:gd name="connsiteX29" fmla="*/ 1029299 w 1354844"/>
              <a:gd name="connsiteY29" fmla="*/ 631941 h 689390"/>
              <a:gd name="connsiteX30" fmla="*/ 1086748 w 1354844"/>
              <a:gd name="connsiteY30" fmla="*/ 612791 h 689390"/>
              <a:gd name="connsiteX31" fmla="*/ 1134622 w 1354844"/>
              <a:gd name="connsiteY31" fmla="*/ 588854 h 689390"/>
              <a:gd name="connsiteX32" fmla="*/ 1182496 w 1354844"/>
              <a:gd name="connsiteY32" fmla="*/ 574492 h 689390"/>
              <a:gd name="connsiteX33" fmla="*/ 1235158 w 1354844"/>
              <a:gd name="connsiteY33" fmla="*/ 545767 h 689390"/>
              <a:gd name="connsiteX34" fmla="*/ 1283033 w 1354844"/>
              <a:gd name="connsiteY34" fmla="*/ 507468 h 689390"/>
              <a:gd name="connsiteX35" fmla="*/ 1326119 w 1354844"/>
              <a:gd name="connsiteY35" fmla="*/ 450019 h 689390"/>
              <a:gd name="connsiteX36" fmla="*/ 1345269 w 1354844"/>
              <a:gd name="connsiteY36" fmla="*/ 402144 h 689390"/>
              <a:gd name="connsiteX37" fmla="*/ 1354844 w 1354844"/>
              <a:gd name="connsiteY37" fmla="*/ 368632 h 689390"/>
              <a:gd name="connsiteX38" fmla="*/ 1350057 w 1354844"/>
              <a:gd name="connsiteY38" fmla="*/ 205859 h 689390"/>
              <a:gd name="connsiteX39" fmla="*/ 1340482 w 1354844"/>
              <a:gd name="connsiteY39" fmla="*/ 186710 h 689390"/>
              <a:gd name="connsiteX40" fmla="*/ 1330907 w 1354844"/>
              <a:gd name="connsiteY40" fmla="*/ 157985 h 689390"/>
              <a:gd name="connsiteX41" fmla="*/ 1326119 w 1354844"/>
              <a:gd name="connsiteY41" fmla="*/ 129261 h 689390"/>
              <a:gd name="connsiteX42" fmla="*/ 1311757 w 1354844"/>
              <a:gd name="connsiteY42" fmla="*/ 105323 h 689390"/>
              <a:gd name="connsiteX43" fmla="*/ 1287820 w 1354844"/>
              <a:gd name="connsiteY43" fmla="*/ 76599 h 689390"/>
              <a:gd name="connsiteX44" fmla="*/ 1268670 w 1354844"/>
              <a:gd name="connsiteY44" fmla="*/ 47874 h 689390"/>
              <a:gd name="connsiteX45" fmla="*/ 1263883 w 1354844"/>
              <a:gd name="connsiteY45" fmla="*/ 28724 h 689390"/>
              <a:gd name="connsiteX46" fmla="*/ 1244733 w 1354844"/>
              <a:gd name="connsiteY46" fmla="*/ 0 h 689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354844" h="689390">
                <a:moveTo>
                  <a:pt x="47874" y="90961"/>
                </a:moveTo>
                <a:cubicBezTo>
                  <a:pt x="41491" y="98940"/>
                  <a:pt x="33618" y="105928"/>
                  <a:pt x="28725" y="114898"/>
                </a:cubicBezTo>
                <a:cubicBezTo>
                  <a:pt x="23892" y="123759"/>
                  <a:pt x="21598" y="133831"/>
                  <a:pt x="19150" y="143623"/>
                </a:cubicBezTo>
                <a:cubicBezTo>
                  <a:pt x="9652" y="181610"/>
                  <a:pt x="15446" y="156273"/>
                  <a:pt x="4788" y="220222"/>
                </a:cubicBezTo>
                <a:lnTo>
                  <a:pt x="0" y="248946"/>
                </a:lnTo>
                <a:cubicBezTo>
                  <a:pt x="1596" y="272883"/>
                  <a:pt x="2616" y="296866"/>
                  <a:pt x="4788" y="320758"/>
                </a:cubicBezTo>
                <a:cubicBezTo>
                  <a:pt x="5696" y="330751"/>
                  <a:pt x="9643" y="360835"/>
                  <a:pt x="14362" y="373420"/>
                </a:cubicBezTo>
                <a:cubicBezTo>
                  <a:pt x="25582" y="403340"/>
                  <a:pt x="20379" y="384224"/>
                  <a:pt x="43087" y="406932"/>
                </a:cubicBezTo>
                <a:cubicBezTo>
                  <a:pt x="47155" y="411000"/>
                  <a:pt x="48813" y="417017"/>
                  <a:pt x="52662" y="421294"/>
                </a:cubicBezTo>
                <a:cubicBezTo>
                  <a:pt x="63230" y="433036"/>
                  <a:pt x="75003" y="443635"/>
                  <a:pt x="86174" y="454806"/>
                </a:cubicBezTo>
                <a:cubicBezTo>
                  <a:pt x="104605" y="473237"/>
                  <a:pt x="94903" y="465413"/>
                  <a:pt x="114899" y="478743"/>
                </a:cubicBezTo>
                <a:cubicBezTo>
                  <a:pt x="118090" y="483531"/>
                  <a:pt x="120404" y="489037"/>
                  <a:pt x="124473" y="493106"/>
                </a:cubicBezTo>
                <a:cubicBezTo>
                  <a:pt x="143684" y="512317"/>
                  <a:pt x="145100" y="508576"/>
                  <a:pt x="162773" y="521830"/>
                </a:cubicBezTo>
                <a:cubicBezTo>
                  <a:pt x="177329" y="532747"/>
                  <a:pt x="189586" y="547204"/>
                  <a:pt x="205860" y="555342"/>
                </a:cubicBezTo>
                <a:cubicBezTo>
                  <a:pt x="215435" y="560130"/>
                  <a:pt x="224839" y="565275"/>
                  <a:pt x="234584" y="569705"/>
                </a:cubicBezTo>
                <a:cubicBezTo>
                  <a:pt x="242408" y="573261"/>
                  <a:pt x="250475" y="576262"/>
                  <a:pt x="258522" y="579279"/>
                </a:cubicBezTo>
                <a:cubicBezTo>
                  <a:pt x="263247" y="581051"/>
                  <a:pt x="268246" y="582079"/>
                  <a:pt x="272884" y="584067"/>
                </a:cubicBezTo>
                <a:cubicBezTo>
                  <a:pt x="279444" y="586878"/>
                  <a:pt x="285537" y="590689"/>
                  <a:pt x="292034" y="593642"/>
                </a:cubicBezTo>
                <a:cubicBezTo>
                  <a:pt x="303098" y="598671"/>
                  <a:pt x="314676" y="602569"/>
                  <a:pt x="325546" y="608004"/>
                </a:cubicBezTo>
                <a:cubicBezTo>
                  <a:pt x="330692" y="610577"/>
                  <a:pt x="334650" y="615242"/>
                  <a:pt x="339908" y="617579"/>
                </a:cubicBezTo>
                <a:cubicBezTo>
                  <a:pt x="349131" y="621678"/>
                  <a:pt x="359262" y="623406"/>
                  <a:pt x="368633" y="627154"/>
                </a:cubicBezTo>
                <a:cubicBezTo>
                  <a:pt x="400555" y="639923"/>
                  <a:pt x="375171" y="633810"/>
                  <a:pt x="402145" y="641516"/>
                </a:cubicBezTo>
                <a:cubicBezTo>
                  <a:pt x="432922" y="650309"/>
                  <a:pt x="425133" y="644867"/>
                  <a:pt x="469169" y="655878"/>
                </a:cubicBezTo>
                <a:cubicBezTo>
                  <a:pt x="483117" y="659366"/>
                  <a:pt x="498062" y="663425"/>
                  <a:pt x="512256" y="665453"/>
                </a:cubicBezTo>
                <a:cubicBezTo>
                  <a:pt x="537729" y="669092"/>
                  <a:pt x="563382" y="671389"/>
                  <a:pt x="588855" y="675028"/>
                </a:cubicBezTo>
                <a:cubicBezTo>
                  <a:pt x="625018" y="680195"/>
                  <a:pt x="629935" y="681379"/>
                  <a:pt x="670241" y="684603"/>
                </a:cubicBezTo>
                <a:cubicBezTo>
                  <a:pt x="694155" y="686516"/>
                  <a:pt x="718115" y="687794"/>
                  <a:pt x="742052" y="689390"/>
                </a:cubicBezTo>
                <a:cubicBezTo>
                  <a:pt x="951490" y="673877"/>
                  <a:pt x="808974" y="691807"/>
                  <a:pt x="909613" y="670241"/>
                </a:cubicBezTo>
                <a:cubicBezTo>
                  <a:pt x="919104" y="668207"/>
                  <a:pt x="928984" y="668051"/>
                  <a:pt x="938337" y="665453"/>
                </a:cubicBezTo>
                <a:cubicBezTo>
                  <a:pt x="1022414" y="642097"/>
                  <a:pt x="968142" y="654472"/>
                  <a:pt x="1029299" y="631941"/>
                </a:cubicBezTo>
                <a:cubicBezTo>
                  <a:pt x="1048240" y="624963"/>
                  <a:pt x="1068693" y="621818"/>
                  <a:pt x="1086748" y="612791"/>
                </a:cubicBezTo>
                <a:cubicBezTo>
                  <a:pt x="1102706" y="604812"/>
                  <a:pt x="1118276" y="596005"/>
                  <a:pt x="1134622" y="588854"/>
                </a:cubicBezTo>
                <a:cubicBezTo>
                  <a:pt x="1150164" y="582054"/>
                  <a:pt x="1166218" y="578561"/>
                  <a:pt x="1182496" y="574492"/>
                </a:cubicBezTo>
                <a:cubicBezTo>
                  <a:pt x="1198770" y="566355"/>
                  <a:pt x="1221379" y="555493"/>
                  <a:pt x="1235158" y="545767"/>
                </a:cubicBezTo>
                <a:cubicBezTo>
                  <a:pt x="1251854" y="533982"/>
                  <a:pt x="1270486" y="523600"/>
                  <a:pt x="1283033" y="507468"/>
                </a:cubicBezTo>
                <a:cubicBezTo>
                  <a:pt x="1286598" y="502884"/>
                  <a:pt x="1317039" y="465909"/>
                  <a:pt x="1326119" y="450019"/>
                </a:cubicBezTo>
                <a:cubicBezTo>
                  <a:pt x="1337391" y="430292"/>
                  <a:pt x="1337420" y="425689"/>
                  <a:pt x="1345269" y="402144"/>
                </a:cubicBezTo>
                <a:cubicBezTo>
                  <a:pt x="1352140" y="381532"/>
                  <a:pt x="1348831" y="392688"/>
                  <a:pt x="1354844" y="368632"/>
                </a:cubicBezTo>
                <a:cubicBezTo>
                  <a:pt x="1353248" y="314374"/>
                  <a:pt x="1354329" y="259972"/>
                  <a:pt x="1350057" y="205859"/>
                </a:cubicBezTo>
                <a:cubicBezTo>
                  <a:pt x="1349495" y="198745"/>
                  <a:pt x="1343132" y="193336"/>
                  <a:pt x="1340482" y="186710"/>
                </a:cubicBezTo>
                <a:cubicBezTo>
                  <a:pt x="1336734" y="177339"/>
                  <a:pt x="1332566" y="167941"/>
                  <a:pt x="1330907" y="157985"/>
                </a:cubicBezTo>
                <a:cubicBezTo>
                  <a:pt x="1329311" y="148410"/>
                  <a:pt x="1329436" y="138383"/>
                  <a:pt x="1326119" y="129261"/>
                </a:cubicBezTo>
                <a:cubicBezTo>
                  <a:pt x="1322939" y="120516"/>
                  <a:pt x="1316689" y="113214"/>
                  <a:pt x="1311757" y="105323"/>
                </a:cubicBezTo>
                <a:cubicBezTo>
                  <a:pt x="1300650" y="87551"/>
                  <a:pt x="1303634" y="92413"/>
                  <a:pt x="1287820" y="76599"/>
                </a:cubicBezTo>
                <a:cubicBezTo>
                  <a:pt x="1272875" y="31758"/>
                  <a:pt x="1297357" y="98076"/>
                  <a:pt x="1268670" y="47874"/>
                </a:cubicBezTo>
                <a:cubicBezTo>
                  <a:pt x="1265405" y="42161"/>
                  <a:pt x="1266193" y="34885"/>
                  <a:pt x="1263883" y="28724"/>
                </a:cubicBezTo>
                <a:cubicBezTo>
                  <a:pt x="1256928" y="10176"/>
                  <a:pt x="1256421" y="11688"/>
                  <a:pt x="1244733" y="0"/>
                </a:cubicBezTo>
              </a:path>
            </a:pathLst>
          </a:cu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E85A63-8B76-D1FF-31C0-C9E5FDC19CC4}"/>
              </a:ext>
            </a:extLst>
          </p:cNvPr>
          <p:cNvSpPr txBox="1"/>
          <p:nvPr/>
        </p:nvSpPr>
        <p:spPr>
          <a:xfrm>
            <a:off x="3631094" y="945070"/>
            <a:ext cx="2504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CMD - Break</a:t>
            </a:r>
            <a:endParaRPr lang="en-SG" sz="2000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3B39708-32AA-5857-1391-FC240B2996A9}"/>
              </a:ext>
            </a:extLst>
          </p:cNvPr>
          <p:cNvCxnSpPr/>
          <p:nvPr/>
        </p:nvCxnSpPr>
        <p:spPr>
          <a:xfrm>
            <a:off x="4694080" y="1386509"/>
            <a:ext cx="354998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831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AC96-4092-04D2-CAC0-1A6886B3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555841"/>
                  </p:ext>
                </p:extLst>
              </p:nvPr>
            </p:nvGraphicFramePr>
            <p:xfrm>
              <a:off x="603435" y="826568"/>
              <a:ext cx="3886955" cy="231264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886955" cy="2312649"/>
                    </a:xfrm>
                    <a:prstGeom prst="rect">
                      <a:avLst/>
                    </a:prstGeom>
                  </am3d:spPr>
                  <am3d:camera>
                    <am3d:pos x="0" y="0" z="576644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61393" d="1000000"/>
                    <am3d:preTrans dx="0" dy="-64936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53566" ay="-1874177" az="-2362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0639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3435" y="826568"/>
                <a:ext cx="3886955" cy="231264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205F48E-ACDB-F8DF-E388-225FB1A4C0E8}"/>
              </a:ext>
            </a:extLst>
          </p:cNvPr>
          <p:cNvSpPr/>
          <p:nvPr/>
        </p:nvSpPr>
        <p:spPr>
          <a:xfrm>
            <a:off x="511856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FC292-D588-ACA1-D17A-1E0DAE1199EF}"/>
              </a:ext>
            </a:extLst>
          </p:cNvPr>
          <p:cNvSpPr/>
          <p:nvPr/>
        </p:nvSpPr>
        <p:spPr>
          <a:xfrm>
            <a:off x="603695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054F42-76EE-C78D-1AE8-495634FB2CB8}"/>
              </a:ext>
            </a:extLst>
          </p:cNvPr>
          <p:cNvCxnSpPr/>
          <p:nvPr/>
        </p:nvCxnSpPr>
        <p:spPr>
          <a:xfrm>
            <a:off x="6473409" y="1090636"/>
            <a:ext cx="0" cy="97184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35C9B04-94BA-3D8A-EC8F-6A0507DE0D85}"/>
              </a:ext>
            </a:extLst>
          </p:cNvPr>
          <p:cNvSpPr/>
          <p:nvPr/>
        </p:nvSpPr>
        <p:spPr>
          <a:xfrm>
            <a:off x="5156865" y="2571750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9BB53-0CBD-92AA-0E0F-3B1DD28ABFD8}"/>
              </a:ext>
            </a:extLst>
          </p:cNvPr>
          <p:cNvSpPr/>
          <p:nvPr/>
        </p:nvSpPr>
        <p:spPr>
          <a:xfrm>
            <a:off x="6272337" y="2571750"/>
            <a:ext cx="1069193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49879-EDFB-BC08-5C98-6D3E382960B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4642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02ED-7EF3-8123-4F47-787E17E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A359A2-1BBF-42F7-B6B7-BF7DFE69A6AC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QUIZ</a:t>
            </a:r>
            <a:endParaRPr lang="en-SG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607180" y="720120"/>
            <a:ext cx="803413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SEATING – </a:t>
            </a:r>
            <a:r>
              <a:rPr lang="en-SG" sz="2000" b="1" dirty="0">
                <a:solidFill>
                  <a:srgbClr val="FF0000"/>
                </a:solidFill>
              </a:rPr>
              <a:t>Every Other Column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QUIZ PAPER (cannot be taken out) – Write down </a:t>
            </a:r>
            <a:r>
              <a:rPr lang="en-US" sz="2000" b="1" dirty="0">
                <a:solidFill>
                  <a:srgbClr val="FF0000"/>
                </a:solidFill>
              </a:rPr>
              <a:t>Name + </a:t>
            </a:r>
            <a:r>
              <a:rPr lang="en-US" sz="2000" b="1" dirty="0" err="1">
                <a:solidFill>
                  <a:srgbClr val="FF0000"/>
                </a:solidFill>
              </a:rPr>
              <a:t>Matr.No</a:t>
            </a:r>
            <a:r>
              <a:rPr lang="en-US" sz="2000" b="1" dirty="0">
                <a:solidFill>
                  <a:srgbClr val="FF0000"/>
                </a:solidFill>
              </a:rPr>
              <a:t>.</a:t>
            </a:r>
            <a:endParaRPr lang="en-SG" sz="20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NO INTERNET CONNECTION, ONLY </a:t>
            </a:r>
            <a:r>
              <a:rPr lang="en-SG" sz="2000" b="1" dirty="0" err="1"/>
              <a:t>NTULearn</a:t>
            </a:r>
            <a:r>
              <a:rPr lang="en-SG" sz="2000" b="1" dirty="0"/>
              <a:t> Access</a:t>
            </a: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>
                <a:solidFill>
                  <a:srgbClr val="FF0000"/>
                </a:solidFill>
              </a:rPr>
              <a:t>DWG + PDF – Learn how to export them</a:t>
            </a:r>
            <a:endParaRPr lang="en-SG" sz="2000" dirty="0">
              <a:solidFill>
                <a:srgbClr val="FF0000"/>
              </a:solidFill>
            </a:endParaRPr>
          </a:p>
          <a:p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686091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0665-472E-54D6-C332-B7961892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87D53BEA-47FE-DDB5-EE5E-8E73C07A1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9FBC4F94-6EC5-D411-0D6C-94930E7366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2F836-3490-9A08-4701-D725D9A4A88A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804BE-66C5-4F98-FAA4-7975AFEFDA77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143AB-8480-AB76-6E78-B176C6E253DA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596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3C8F-D3E4-50C1-1F91-38A87974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4F215-BAF7-C5C8-7FEB-FC044925CA36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AB58D-3157-2BB5-2E7D-843A5C4B6F52}"/>
              </a:ext>
            </a:extLst>
          </p:cNvPr>
          <p:cNvSpPr txBox="1"/>
          <p:nvPr/>
        </p:nvSpPr>
        <p:spPr>
          <a:xfrm>
            <a:off x="317634" y="1371421"/>
            <a:ext cx="8299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/>
              <a:t>BIM is an intelligent </a:t>
            </a:r>
            <a:r>
              <a:rPr lang="en-US" sz="2000" b="1" dirty="0">
                <a:solidFill>
                  <a:srgbClr val="FF0000"/>
                </a:solidFill>
              </a:rPr>
              <a:t>digital process </a:t>
            </a:r>
            <a:r>
              <a:rPr lang="en-US" sz="2000" dirty="0"/>
              <a:t>that uses </a:t>
            </a:r>
            <a:r>
              <a:rPr lang="en-US" sz="2000" b="1" dirty="0">
                <a:solidFill>
                  <a:srgbClr val="FF0000"/>
                </a:solidFill>
              </a:rPr>
              <a:t>3D models </a:t>
            </a:r>
            <a:r>
              <a:rPr lang="en-US" sz="2000" dirty="0"/>
              <a:t>enriched with </a:t>
            </a:r>
            <a:r>
              <a:rPr lang="en-US" sz="2000" b="1" dirty="0">
                <a:solidFill>
                  <a:srgbClr val="FF0000"/>
                </a:solidFill>
              </a:rPr>
              <a:t>multidisciplinary data </a:t>
            </a:r>
            <a:r>
              <a:rPr lang="en-US" sz="2000" dirty="0"/>
              <a:t>to support the </a:t>
            </a:r>
            <a:r>
              <a:rPr lang="en-US" sz="2000" b="1" dirty="0">
                <a:solidFill>
                  <a:srgbClr val="FF0000"/>
                </a:solidFill>
              </a:rPr>
              <a:t>planning, design, construction, and lifecycle management</a:t>
            </a:r>
            <a:r>
              <a:rPr lang="en-US" sz="2000" dirty="0"/>
              <a:t> of buildings and infrastructure, enabling collaboration, efficiency, and informed decision-making across stakeholders.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47BF-A463-8A88-937E-0C7153BD7EEA}"/>
              </a:ext>
            </a:extLst>
          </p:cNvPr>
          <p:cNvSpPr txBox="1"/>
          <p:nvPr/>
        </p:nvSpPr>
        <p:spPr>
          <a:xfrm>
            <a:off x="317633" y="84860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Building Information Modeling (BIM)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D2C01-C208-1DFD-32D7-5DDE436B5A85}"/>
              </a:ext>
            </a:extLst>
          </p:cNvPr>
          <p:cNvSpPr txBox="1"/>
          <p:nvPr/>
        </p:nvSpPr>
        <p:spPr>
          <a:xfrm>
            <a:off x="317632" y="2851805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Autodesk Revit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051F1-983B-775F-6A6B-D292E0945665}"/>
              </a:ext>
            </a:extLst>
          </p:cNvPr>
          <p:cNvSpPr txBox="1"/>
          <p:nvPr/>
        </p:nvSpPr>
        <p:spPr>
          <a:xfrm>
            <a:off x="317634" y="3374620"/>
            <a:ext cx="829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</a:rPr>
              <a:t>Autodesk Revit </a:t>
            </a:r>
            <a:r>
              <a:rPr lang="en-US" sz="2000" dirty="0"/>
              <a:t>is the </a:t>
            </a:r>
            <a:r>
              <a:rPr lang="en-US" sz="2000" b="1" dirty="0">
                <a:solidFill>
                  <a:srgbClr val="FF0000"/>
                </a:solidFill>
              </a:rPr>
              <a:t>most widely used BIM software</a:t>
            </a:r>
            <a:r>
              <a:rPr lang="en-US" sz="2000" dirty="0"/>
              <a:t>, enabling architects, engineers, and construction professionals to collaboratively design, visualize, and manage building projects across their lifecycle.</a:t>
            </a:r>
          </a:p>
        </p:txBody>
      </p:sp>
    </p:spTree>
    <p:extLst>
      <p:ext uri="{BB962C8B-B14F-4D97-AF65-F5344CB8AC3E}">
        <p14:creationId xmlns:p14="http://schemas.microsoft.com/office/powerpoint/2010/main" val="16381025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86B7-7530-EC06-1B3E-F352A347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F11B8-D00A-5DD2-EB9D-63C735D1DF6A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CE499-DA34-EB47-C8BB-8D87D204EAF0}"/>
              </a:ext>
            </a:extLst>
          </p:cNvPr>
          <p:cNvSpPr txBox="1"/>
          <p:nvPr/>
        </p:nvSpPr>
        <p:spPr>
          <a:xfrm>
            <a:off x="317634" y="771898"/>
            <a:ext cx="8578393" cy="179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Following </a:t>
            </a:r>
            <a:r>
              <a:rPr lang="en-US" sz="2000" b="1" dirty="0" err="1"/>
              <a:t>NTLearn</a:t>
            </a:r>
            <a:r>
              <a:rPr lang="en-US" sz="2000" b="1" dirty="0"/>
              <a:t> and </a:t>
            </a:r>
            <a:r>
              <a:rPr lang="en-US" sz="2000" b="1" dirty="0" err="1"/>
              <a:t>Linkedin</a:t>
            </a:r>
            <a:r>
              <a:rPr lang="en-US" sz="2000" b="1" dirty="0"/>
              <a:t> videos to learn Revit basic operations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Submit R1-4 by the end of week 8.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59902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10E99-625C-68F4-5570-BDF361124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563C1-12A0-2249-D44D-D9AAACCECEA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F</a:t>
            </a:r>
            <a:r>
              <a:rPr lang="en-US" altLang="zh-CN" sz="2800" b="1" dirty="0"/>
              <a:t>amilies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BBD5F-BE1D-D091-8875-AE5486D98ECA}"/>
              </a:ext>
            </a:extLst>
          </p:cNvPr>
          <p:cNvSpPr txBox="1"/>
          <p:nvPr/>
        </p:nvSpPr>
        <p:spPr>
          <a:xfrm>
            <a:off x="317634" y="771898"/>
            <a:ext cx="6408712" cy="3593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System Families – inherent to Revit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Components Families – loaded into your model and can host to system families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In-place Families – within the project, based on existing geometries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  <p:pic>
        <p:nvPicPr>
          <p:cNvPr id="6" name="Picture 5" descr="A screenshot of a video&#10;&#10;AI-generated content may be incorrect.">
            <a:extLst>
              <a:ext uri="{FF2B5EF4-FFF2-40B4-BE49-F238E27FC236}">
                <a16:creationId xmlns:a16="http://schemas.microsoft.com/office/drawing/2014/main" id="{BA5B1D4A-55B3-66C3-DB03-099FD4B7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993" y="0"/>
            <a:ext cx="2185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921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9602-684B-B053-E900-FEC5304A9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9842A-F836-C5D1-BDD9-3FFC2443B7E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37909-82EA-1836-73EE-DE59F102FB94}"/>
              </a:ext>
            </a:extLst>
          </p:cNvPr>
          <p:cNvSpPr txBox="1"/>
          <p:nvPr/>
        </p:nvSpPr>
        <p:spPr>
          <a:xfrm>
            <a:off x="317633" y="691661"/>
            <a:ext cx="7198639" cy="2352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Recap: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– System/Component/In-place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Anatomy – Reference/Dimension/Parameter/3D Mass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B</a:t>
            </a:r>
            <a:r>
              <a:rPr lang="en-US" altLang="zh-CN" sz="2000" b="1" dirty="0"/>
              <a:t>asic Operations – Extrusions/Sweeps/Blends/Voids/Profile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For sweeping, two phases – I Path / II Profile</a:t>
            </a:r>
            <a:endParaRPr lang="en-SG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32AEC-0628-6204-EA07-6ECCB7704F72}"/>
              </a:ext>
            </a:extLst>
          </p:cNvPr>
          <p:cNvSpPr txBox="1"/>
          <p:nvPr/>
        </p:nvSpPr>
        <p:spPr>
          <a:xfrm>
            <a:off x="317634" y="3083854"/>
            <a:ext cx="719863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Week 9: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Finish R5 R6 R7, Submit R7 by the weekend.</a:t>
            </a:r>
          </a:p>
        </p:txBody>
      </p:sp>
    </p:spTree>
    <p:extLst>
      <p:ext uri="{BB962C8B-B14F-4D97-AF65-F5344CB8AC3E}">
        <p14:creationId xmlns:p14="http://schemas.microsoft.com/office/powerpoint/2010/main" val="6848624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B3D6-4FD3-27AC-4AED-EEB518E9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5EF23-2DBA-AA07-6E23-371FC60DA29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pic>
        <p:nvPicPr>
          <p:cNvPr id="4" name="WhatsApp Video 2025-10-14 at 09.57.39_12c2d6bb">
            <a:hlinkClick r:id="" action="ppaction://media"/>
            <a:extLst>
              <a:ext uri="{FF2B5EF4-FFF2-40B4-BE49-F238E27FC236}">
                <a16:creationId xmlns:a16="http://schemas.microsoft.com/office/drawing/2014/main" id="{52345446-DB88-D33C-C6E0-F23F38A116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6374" b="15135"/>
          <a:stretch>
            <a:fillRect/>
          </a:stretch>
        </p:blipFill>
        <p:spPr>
          <a:xfrm>
            <a:off x="5070091" y="117308"/>
            <a:ext cx="3794776" cy="46218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F303A5-8898-588D-F6D1-2D24184A5166}"/>
              </a:ext>
            </a:extLst>
          </p:cNvPr>
          <p:cNvSpPr txBox="1"/>
          <p:nvPr/>
        </p:nvSpPr>
        <p:spPr>
          <a:xfrm>
            <a:off x="433137" y="637365"/>
            <a:ext cx="2692650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Tip for R7 – Relocate the origin for profile</a:t>
            </a:r>
          </a:p>
        </p:txBody>
      </p:sp>
    </p:spTree>
    <p:extLst>
      <p:ext uri="{BB962C8B-B14F-4D97-AF65-F5344CB8AC3E}">
        <p14:creationId xmlns:p14="http://schemas.microsoft.com/office/powerpoint/2010/main" val="1252025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2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2986-F480-5AE5-EB2F-7E8DC3A00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y metal object with a curved end&#10;&#10;AI-generated content may be incorrect.">
            <a:extLst>
              <a:ext uri="{FF2B5EF4-FFF2-40B4-BE49-F238E27FC236}">
                <a16:creationId xmlns:a16="http://schemas.microsoft.com/office/drawing/2014/main" id="{4B60D173-5555-4C1D-A1C4-95CC68702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84" y="506292"/>
            <a:ext cx="3105577" cy="394554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94C92B-9B0C-2911-2099-98B6972DF7DD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BB78AE-A5CD-CE2C-C7A0-7B47A8C2E1DC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R8</a:t>
            </a:r>
            <a:endParaRPr lang="en-US" sz="2000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0387F8A-C205-EE81-38C8-FD51E25F1703}"/>
              </a:ext>
            </a:extLst>
          </p:cNvPr>
          <p:cNvSpPr/>
          <p:nvPr/>
        </p:nvSpPr>
        <p:spPr>
          <a:xfrm>
            <a:off x="4572000" y="3049732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08B5F82-0650-C39E-AA12-7F8D01DA60CF}"/>
              </a:ext>
            </a:extLst>
          </p:cNvPr>
          <p:cNvSpPr/>
          <p:nvPr/>
        </p:nvSpPr>
        <p:spPr>
          <a:xfrm>
            <a:off x="4572000" y="1544528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A6DFE-A8B6-7299-BBE5-5D2806D3E405}"/>
              </a:ext>
            </a:extLst>
          </p:cNvPr>
          <p:cNvSpPr txBox="1"/>
          <p:nvPr/>
        </p:nvSpPr>
        <p:spPr>
          <a:xfrm>
            <a:off x="5294903" y="2953388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Blend + Void Blend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54C72-B71D-42B4-0C38-376AE03FEF11}"/>
              </a:ext>
            </a:extLst>
          </p:cNvPr>
          <p:cNvSpPr txBox="1"/>
          <p:nvPr/>
        </p:nvSpPr>
        <p:spPr>
          <a:xfrm>
            <a:off x="5231868" y="1448184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  <a:r>
              <a:rPr lang="en-US" altLang="zh-CN" dirty="0"/>
              <a:t>weep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0E7BFB-6DD8-8DAB-FD41-1E63A6FC0BF3}"/>
              </a:ext>
            </a:extLst>
          </p:cNvPr>
          <p:cNvSpPr txBox="1"/>
          <p:nvPr/>
        </p:nvSpPr>
        <p:spPr>
          <a:xfrm>
            <a:off x="1859787" y="4370270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Smoke Hood</a:t>
            </a:r>
          </a:p>
        </p:txBody>
      </p:sp>
    </p:spTree>
    <p:extLst>
      <p:ext uri="{BB962C8B-B14F-4D97-AF65-F5344CB8AC3E}">
        <p14:creationId xmlns:p14="http://schemas.microsoft.com/office/powerpoint/2010/main" val="2401157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1D8F-8B2C-2997-42E7-397AC6E20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9CACB741-4AE8-52FD-BAB5-5B7594004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3F57CFD3-0E9A-B9CD-648F-25565AE957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ADE092-3BE9-06B6-E2C7-B2CD8C50F771}"/>
              </a:ext>
            </a:extLst>
          </p:cNvPr>
          <p:cNvSpPr txBox="1"/>
          <p:nvPr/>
        </p:nvSpPr>
        <p:spPr>
          <a:xfrm>
            <a:off x="148385" y="89790"/>
            <a:ext cx="735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 </a:t>
            </a:r>
            <a:r>
              <a:rPr lang="en-US" sz="2000" b="1" dirty="0"/>
              <a:t>(Updates by Week)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AC69D19-6C67-DAA5-9ED2-E442BDBDA62A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855E14-D2C7-F1E9-C39B-470794FDD4B7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120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1537</Words>
  <Application>Microsoft Office PowerPoint</Application>
  <PresentationFormat>On-screen Show (16:9)</PresentationFormat>
  <Paragraphs>326</Paragraphs>
  <Slides>56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8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27</cp:revision>
  <dcterms:created xsi:type="dcterms:W3CDTF">2017-05-14T01:29:56Z</dcterms:created>
  <dcterms:modified xsi:type="dcterms:W3CDTF">2025-10-21T01:32:53Z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