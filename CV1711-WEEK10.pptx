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11"/>
  </p:handoutMasterIdLst>
  <p:sldIdLst>
    <p:sldId id="259" r:id="rId5"/>
    <p:sldId id="305" r:id="rId6"/>
    <p:sldId id="306" r:id="rId7"/>
    <p:sldId id="307" r:id="rId8"/>
    <p:sldId id="308" r:id="rId9"/>
    <p:sldId id="30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CE6F2"/>
    <a:srgbClr val="AED5A2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05A10E-3B0C-4358-99AD-A498B82DA38C}" v="60" dt="2026-03-24T13:39:45.1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22" autoAdjust="0"/>
    <p:restoredTop sz="94765"/>
  </p:normalViewPr>
  <p:slideViewPr>
    <p:cSldViewPr snapToGrid="0" snapToObjects="1">
      <p:cViewPr varScale="1">
        <p:scale>
          <a:sx n="116" d="100"/>
          <a:sy n="116" d="100"/>
        </p:scale>
        <p:origin x="114" y="48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CUI SHUAIWEN#" userId="35a196ea-bcb8-475e-86cf-0b9eaca8a48f" providerId="ADAL" clId="{4D8D382B-DDFF-455F-B5ED-E854E938891F}"/>
    <pc:docChg chg="undo custSel addSld delSld modSld sldOrd">
      <pc:chgData name="#CUI SHUAIWEN#" userId="35a196ea-bcb8-475e-86cf-0b9eaca8a48f" providerId="ADAL" clId="{4D8D382B-DDFF-455F-B5ED-E854E938891F}" dt="2026-03-24T13:39:52.441" v="1234" actId="1076"/>
      <pc:docMkLst>
        <pc:docMk/>
      </pc:docMkLst>
      <pc:sldChg chg="addSp delSp modSp add mod">
        <pc:chgData name="#CUI SHUAIWEN#" userId="35a196ea-bcb8-475e-86cf-0b9eaca8a48f" providerId="ADAL" clId="{4D8D382B-DDFF-455F-B5ED-E854E938891F}" dt="2026-03-16T11:50:35.237" v="1086" actId="1076"/>
        <pc:sldMkLst>
          <pc:docMk/>
          <pc:sldMk cId="2224933946" sldId="304"/>
        </pc:sldMkLst>
        <pc:spChg chg="mod">
          <ac:chgData name="#CUI SHUAIWEN#" userId="35a196ea-bcb8-475e-86cf-0b9eaca8a48f" providerId="ADAL" clId="{4D8D382B-DDFF-455F-B5ED-E854E938891F}" dt="2026-03-16T11:50:06.422" v="1075" actId="1076"/>
          <ac:spMkLst>
            <pc:docMk/>
            <pc:sldMk cId="2224933946" sldId="304"/>
            <ac:spMk id="10" creationId="{60DDE0AD-E736-7834-9770-6052B3973F69}"/>
          </ac:spMkLst>
        </pc:spChg>
        <pc:spChg chg="mod">
          <ac:chgData name="#CUI SHUAIWEN#" userId="35a196ea-bcb8-475e-86cf-0b9eaca8a48f" providerId="ADAL" clId="{4D8D382B-DDFF-455F-B5ED-E854E938891F}" dt="2026-03-16T11:50:32.044" v="1085" actId="1076"/>
          <ac:spMkLst>
            <pc:docMk/>
            <pc:sldMk cId="2224933946" sldId="304"/>
            <ac:spMk id="11" creationId="{1F4BC619-0BB6-4377-DAFE-60564F8DE541}"/>
          </ac:spMkLst>
        </pc:spChg>
        <pc:picChg chg="add mod ord">
          <ac:chgData name="#CUI SHUAIWEN#" userId="35a196ea-bcb8-475e-86cf-0b9eaca8a48f" providerId="ADAL" clId="{4D8D382B-DDFF-455F-B5ED-E854E938891F}" dt="2026-03-16T11:50:03.789" v="1074" actId="1076"/>
          <ac:picMkLst>
            <pc:docMk/>
            <pc:sldMk cId="2224933946" sldId="304"/>
            <ac:picMk id="3" creationId="{809C0B16-D457-608F-19EE-36DE146FA094}"/>
          </ac:picMkLst>
        </pc:picChg>
        <pc:picChg chg="add mod ord">
          <ac:chgData name="#CUI SHUAIWEN#" userId="35a196ea-bcb8-475e-86cf-0b9eaca8a48f" providerId="ADAL" clId="{4D8D382B-DDFF-455F-B5ED-E854E938891F}" dt="2026-03-16T11:50:21.322" v="1081" actId="167"/>
          <ac:picMkLst>
            <pc:docMk/>
            <pc:sldMk cId="2224933946" sldId="304"/>
            <ac:picMk id="8" creationId="{B8A90FD0-4827-2E98-7D6B-6D2F7B37892A}"/>
          </ac:picMkLst>
        </pc:picChg>
        <pc:cxnChg chg="mod">
          <ac:chgData name="#CUI SHUAIWEN#" userId="35a196ea-bcb8-475e-86cf-0b9eaca8a48f" providerId="ADAL" clId="{4D8D382B-DDFF-455F-B5ED-E854E938891F}" dt="2026-03-16T11:50:35.237" v="1086" actId="1076"/>
          <ac:cxnSpMkLst>
            <pc:docMk/>
            <pc:sldMk cId="2224933946" sldId="304"/>
            <ac:cxnSpMk id="13" creationId="{384C5E3C-55BB-FCF1-AD31-DE3A0295D844}"/>
          </ac:cxnSpMkLst>
        </pc:cxnChg>
        <pc:cxnChg chg="mod">
          <ac:chgData name="#CUI SHUAIWEN#" userId="35a196ea-bcb8-475e-86cf-0b9eaca8a48f" providerId="ADAL" clId="{4D8D382B-DDFF-455F-B5ED-E854E938891F}" dt="2026-03-16T11:50:29.611" v="1084" actId="1076"/>
          <ac:cxnSpMkLst>
            <pc:docMk/>
            <pc:sldMk cId="2224933946" sldId="304"/>
            <ac:cxnSpMk id="14" creationId="{BFF23151-07FE-30CA-B197-14A5B86422C9}"/>
          </ac:cxnSpMkLst>
        </pc:cxnChg>
      </pc:sldChg>
      <pc:sldChg chg="addSp delSp modSp add mod ord">
        <pc:chgData name="#CUI SHUAIWEN#" userId="35a196ea-bcb8-475e-86cf-0b9eaca8a48f" providerId="ADAL" clId="{4D8D382B-DDFF-455F-B5ED-E854E938891F}" dt="2026-03-24T11:16:45.301" v="1099" actId="1076"/>
        <pc:sldMkLst>
          <pc:docMk/>
          <pc:sldMk cId="2695943759" sldId="305"/>
        </pc:sldMkLst>
        <pc:spChg chg="add del">
          <ac:chgData name="#CUI SHUAIWEN#" userId="35a196ea-bcb8-475e-86cf-0b9eaca8a48f" providerId="ADAL" clId="{4D8D382B-DDFF-455F-B5ED-E854E938891F}" dt="2026-03-24T11:16:29.718" v="1094" actId="478"/>
          <ac:spMkLst>
            <pc:docMk/>
            <pc:sldMk cId="2695943759" sldId="305"/>
            <ac:spMk id="2" creationId="{93655FAF-DA18-5DA3-6C92-5652681FE59A}"/>
          </ac:spMkLst>
        </pc:spChg>
        <pc:spChg chg="mod">
          <ac:chgData name="#CUI SHUAIWEN#" userId="35a196ea-bcb8-475e-86cf-0b9eaca8a48f" providerId="ADAL" clId="{4D8D382B-DDFF-455F-B5ED-E854E938891F}" dt="2026-03-24T11:16:11.781" v="1088" actId="20577"/>
          <ac:spMkLst>
            <pc:docMk/>
            <pc:sldMk cId="2695943759" sldId="305"/>
            <ac:spMk id="4" creationId="{A7BA3256-6BBB-FE2C-5D19-1CA7D812ADD1}"/>
          </ac:spMkLst>
        </pc:spChg>
        <pc:spChg chg="mod">
          <ac:chgData name="#CUI SHUAIWEN#" userId="35a196ea-bcb8-475e-86cf-0b9eaca8a48f" providerId="ADAL" clId="{4D8D382B-DDFF-455F-B5ED-E854E938891F}" dt="2026-03-24T11:16:19.143" v="1089" actId="20577"/>
          <ac:spMkLst>
            <pc:docMk/>
            <pc:sldMk cId="2695943759" sldId="305"/>
            <ac:spMk id="5" creationId="{6F8064B3-9C88-32BD-004D-C2878E74CF6D}"/>
          </ac:spMkLst>
        </pc:spChg>
        <pc:spChg chg="add del mod">
          <ac:chgData name="#CUI SHUAIWEN#" userId="35a196ea-bcb8-475e-86cf-0b9eaca8a48f" providerId="ADAL" clId="{4D8D382B-DDFF-455F-B5ED-E854E938891F}" dt="2026-03-24T11:16:25.461" v="1092" actId="478"/>
          <ac:spMkLst>
            <pc:docMk/>
            <pc:sldMk cId="2695943759" sldId="305"/>
            <ac:spMk id="6" creationId="{6B2C0DE7-3865-A847-0C3D-6B75F86B8A78}"/>
          </ac:spMkLst>
        </pc:spChg>
        <pc:spChg chg="add del mod">
          <ac:chgData name="#CUI SHUAIWEN#" userId="35a196ea-bcb8-475e-86cf-0b9eaca8a48f" providerId="ADAL" clId="{4D8D382B-DDFF-455F-B5ED-E854E938891F}" dt="2026-03-24T11:16:22.577" v="1091" actId="478"/>
          <ac:spMkLst>
            <pc:docMk/>
            <pc:sldMk cId="2695943759" sldId="305"/>
            <ac:spMk id="7" creationId="{FB6EF83F-B489-7D1A-6DF9-42A1CDDB97EA}"/>
          </ac:spMkLst>
        </pc:spChg>
        <pc:picChg chg="add del mod">
          <ac:chgData name="#CUI SHUAIWEN#" userId="35a196ea-bcb8-475e-86cf-0b9eaca8a48f" providerId="ADAL" clId="{4D8D382B-DDFF-455F-B5ED-E854E938891F}" dt="2026-03-24T11:16:20.311" v="1090" actId="478"/>
          <ac:picMkLst>
            <pc:docMk/>
            <pc:sldMk cId="2695943759" sldId="305"/>
            <ac:picMk id="3" creationId="{A8833A72-BC83-9407-9E56-DD4FC80EFCED}"/>
          </ac:picMkLst>
        </pc:picChg>
        <pc:picChg chg="add mod ord">
          <ac:chgData name="#CUI SHUAIWEN#" userId="35a196ea-bcb8-475e-86cf-0b9eaca8a48f" providerId="ADAL" clId="{4D8D382B-DDFF-455F-B5ED-E854E938891F}" dt="2026-03-24T11:16:45.301" v="1099" actId="1076"/>
          <ac:picMkLst>
            <pc:docMk/>
            <pc:sldMk cId="2695943759" sldId="305"/>
            <ac:picMk id="9" creationId="{33645BA2-68EE-292F-B3E6-FA8919E256E3}"/>
          </ac:picMkLst>
        </pc:picChg>
      </pc:sldChg>
      <pc:sldChg chg="addSp delSp modSp add del mod delAnim modAnim">
        <pc:chgData name="#CUI SHUAIWEN#" userId="35a196ea-bcb8-475e-86cf-0b9eaca8a48f" providerId="ADAL" clId="{4D8D382B-DDFF-455F-B5ED-E854E938891F}" dt="2026-03-24T11:16:49.812" v="1101" actId="47"/>
        <pc:sldMkLst>
          <pc:docMk/>
          <pc:sldMk cId="3271707952" sldId="306"/>
        </pc:sldMkLst>
      </pc:sldChg>
      <pc:sldChg chg="addSp delSp modSp add mod modAnim">
        <pc:chgData name="#CUI SHUAIWEN#" userId="35a196ea-bcb8-475e-86cf-0b9eaca8a48f" providerId="ADAL" clId="{4D8D382B-DDFF-455F-B5ED-E854E938891F}" dt="2026-03-24T13:37:55.487" v="1172" actId="478"/>
        <pc:sldMkLst>
          <pc:docMk/>
          <pc:sldMk cId="3367935233" sldId="306"/>
        </pc:sldMkLst>
        <pc:spChg chg="add mod">
          <ac:chgData name="#CUI SHUAIWEN#" userId="35a196ea-bcb8-475e-86cf-0b9eaca8a48f" providerId="ADAL" clId="{4D8D382B-DDFF-455F-B5ED-E854E938891F}" dt="2026-03-24T11:18:34.949" v="1121" actId="14100"/>
          <ac:spMkLst>
            <pc:docMk/>
            <pc:sldMk cId="3367935233" sldId="306"/>
            <ac:spMk id="2" creationId="{036B3D8D-88BB-349A-0490-8D488D465478}"/>
          </ac:spMkLst>
        </pc:spChg>
        <pc:spChg chg="add mod">
          <ac:chgData name="#CUI SHUAIWEN#" userId="35a196ea-bcb8-475e-86cf-0b9eaca8a48f" providerId="ADAL" clId="{4D8D382B-DDFF-455F-B5ED-E854E938891F}" dt="2026-03-24T11:18:41.426" v="1124" actId="14100"/>
          <ac:spMkLst>
            <pc:docMk/>
            <pc:sldMk cId="3367935233" sldId="306"/>
            <ac:spMk id="3" creationId="{904FF8E6-2A7B-F7F7-02AD-B92F9D0F6075}"/>
          </ac:spMkLst>
        </pc:spChg>
        <pc:spChg chg="mod">
          <ac:chgData name="#CUI SHUAIWEN#" userId="35a196ea-bcb8-475e-86cf-0b9eaca8a48f" providerId="ADAL" clId="{4D8D382B-DDFF-455F-B5ED-E854E938891F}" dt="2026-03-24T11:19:55.776" v="1167" actId="1076"/>
          <ac:spMkLst>
            <pc:docMk/>
            <pc:sldMk cId="3367935233" sldId="306"/>
            <ac:spMk id="4" creationId="{6C53203F-2045-1910-1464-422F2F300328}"/>
          </ac:spMkLst>
        </pc:spChg>
        <pc:spChg chg="del">
          <ac:chgData name="#CUI SHUAIWEN#" userId="35a196ea-bcb8-475e-86cf-0b9eaca8a48f" providerId="ADAL" clId="{4D8D382B-DDFF-455F-B5ED-E854E938891F}" dt="2026-03-24T11:17:09.166" v="1106" actId="478"/>
          <ac:spMkLst>
            <pc:docMk/>
            <pc:sldMk cId="3367935233" sldId="306"/>
            <ac:spMk id="5" creationId="{CD3F7821-09C2-4319-4526-7BEBA22AF697}"/>
          </ac:spMkLst>
        </pc:spChg>
        <pc:spChg chg="add mod">
          <ac:chgData name="#CUI SHUAIWEN#" userId="35a196ea-bcb8-475e-86cf-0b9eaca8a48f" providerId="ADAL" clId="{4D8D382B-DDFF-455F-B5ED-E854E938891F}" dt="2026-03-24T11:19:03.698" v="1133" actId="1076"/>
          <ac:spMkLst>
            <pc:docMk/>
            <pc:sldMk cId="3367935233" sldId="306"/>
            <ac:spMk id="6" creationId="{0600348F-EC96-E2EB-0BD0-1B809D946CE6}"/>
          </ac:spMkLst>
        </pc:spChg>
        <pc:spChg chg="add mod">
          <ac:chgData name="#CUI SHUAIWEN#" userId="35a196ea-bcb8-475e-86cf-0b9eaca8a48f" providerId="ADAL" clId="{4D8D382B-DDFF-455F-B5ED-E854E938891F}" dt="2026-03-24T11:19:07.887" v="1135" actId="1076"/>
          <ac:spMkLst>
            <pc:docMk/>
            <pc:sldMk cId="3367935233" sldId="306"/>
            <ac:spMk id="7" creationId="{DB3A740E-C276-F83E-3F53-7DE1E7712B0A}"/>
          </ac:spMkLst>
        </pc:spChg>
        <pc:spChg chg="add mod">
          <ac:chgData name="#CUI SHUAIWEN#" userId="35a196ea-bcb8-475e-86cf-0b9eaca8a48f" providerId="ADAL" clId="{4D8D382B-DDFF-455F-B5ED-E854E938891F}" dt="2026-03-24T11:19:37.807" v="1157" actId="207"/>
          <ac:spMkLst>
            <pc:docMk/>
            <pc:sldMk cId="3367935233" sldId="306"/>
            <ac:spMk id="8" creationId="{8AF6ADE8-7401-9CB4-B730-064EA21ABA46}"/>
          </ac:spMkLst>
        </pc:spChg>
        <pc:spChg chg="add mod">
          <ac:chgData name="#CUI SHUAIWEN#" userId="35a196ea-bcb8-475e-86cf-0b9eaca8a48f" providerId="ADAL" clId="{4D8D382B-DDFF-455F-B5ED-E854E938891F}" dt="2026-03-24T11:19:45.042" v="1164" actId="20577"/>
          <ac:spMkLst>
            <pc:docMk/>
            <pc:sldMk cId="3367935233" sldId="306"/>
            <ac:spMk id="10" creationId="{A6EFC03A-9860-E991-4648-343690AFF091}"/>
          </ac:spMkLst>
        </pc:spChg>
        <pc:spChg chg="add del mod">
          <ac:chgData name="#CUI SHUAIWEN#" userId="35a196ea-bcb8-475e-86cf-0b9eaca8a48f" providerId="ADAL" clId="{4D8D382B-DDFF-455F-B5ED-E854E938891F}" dt="2026-03-24T13:37:55.487" v="1172" actId="478"/>
          <ac:spMkLst>
            <pc:docMk/>
            <pc:sldMk cId="3367935233" sldId="306"/>
            <ac:spMk id="11" creationId="{1E48B009-4DDC-AABA-A99F-A561F9066672}"/>
          </ac:spMkLst>
        </pc:spChg>
        <pc:picChg chg="mod">
          <ac:chgData name="#CUI SHUAIWEN#" userId="35a196ea-bcb8-475e-86cf-0b9eaca8a48f" providerId="ADAL" clId="{4D8D382B-DDFF-455F-B5ED-E854E938891F}" dt="2026-03-24T11:18:14.422" v="1117" actId="1076"/>
          <ac:picMkLst>
            <pc:docMk/>
            <pc:sldMk cId="3367935233" sldId="306"/>
            <ac:picMk id="9" creationId="{D5CA6EFC-D7D6-C508-CE42-EAE709E25C34}"/>
          </ac:picMkLst>
        </pc:picChg>
      </pc:sldChg>
      <pc:sldChg chg="addSp modSp add del mod">
        <pc:chgData name="#CUI SHUAIWEN#" userId="35a196ea-bcb8-475e-86cf-0b9eaca8a48f" providerId="ADAL" clId="{4D8D382B-DDFF-455F-B5ED-E854E938891F}" dt="2026-03-24T11:16:51.455" v="1103" actId="47"/>
        <pc:sldMkLst>
          <pc:docMk/>
          <pc:sldMk cId="443795205" sldId="307"/>
        </pc:sldMkLst>
      </pc:sldChg>
      <pc:sldChg chg="addSp delSp modSp add mod delAnim modAnim">
        <pc:chgData name="#CUI SHUAIWEN#" userId="35a196ea-bcb8-475e-86cf-0b9eaca8a48f" providerId="ADAL" clId="{4D8D382B-DDFF-455F-B5ED-E854E938891F}" dt="2026-03-24T13:38:50.570" v="1227"/>
        <pc:sldMkLst>
          <pc:docMk/>
          <pc:sldMk cId="3835279149" sldId="307"/>
        </pc:sldMkLst>
        <pc:spChg chg="del">
          <ac:chgData name="#CUI SHUAIWEN#" userId="35a196ea-bcb8-475e-86cf-0b9eaca8a48f" providerId="ADAL" clId="{4D8D382B-DDFF-455F-B5ED-E854E938891F}" dt="2026-03-24T13:38:06.362" v="1177" actId="478"/>
          <ac:spMkLst>
            <pc:docMk/>
            <pc:sldMk cId="3835279149" sldId="307"/>
            <ac:spMk id="2" creationId="{A4D69752-1090-15E4-3CE4-34C8C2034E8D}"/>
          </ac:spMkLst>
        </pc:spChg>
        <pc:spChg chg="del">
          <ac:chgData name="#CUI SHUAIWEN#" userId="35a196ea-bcb8-475e-86cf-0b9eaca8a48f" providerId="ADAL" clId="{4D8D382B-DDFF-455F-B5ED-E854E938891F}" dt="2026-03-24T13:38:06.362" v="1177" actId="478"/>
          <ac:spMkLst>
            <pc:docMk/>
            <pc:sldMk cId="3835279149" sldId="307"/>
            <ac:spMk id="3" creationId="{4DF82FDE-3500-75BF-CCC7-FDC6C3A72E20}"/>
          </ac:spMkLst>
        </pc:spChg>
        <pc:spChg chg="mod">
          <ac:chgData name="#CUI SHUAIWEN#" userId="35a196ea-bcb8-475e-86cf-0b9eaca8a48f" providerId="ADAL" clId="{4D8D382B-DDFF-455F-B5ED-E854E938891F}" dt="2026-03-24T13:38:04.441" v="1176" actId="1076"/>
          <ac:spMkLst>
            <pc:docMk/>
            <pc:sldMk cId="3835279149" sldId="307"/>
            <ac:spMk id="4" creationId="{DBB343AC-1D1A-595B-AF50-67BAE4680228}"/>
          </ac:spMkLst>
        </pc:spChg>
        <pc:spChg chg="add mod">
          <ac:chgData name="#CUI SHUAIWEN#" userId="35a196ea-bcb8-475e-86cf-0b9eaca8a48f" providerId="ADAL" clId="{4D8D382B-DDFF-455F-B5ED-E854E938891F}" dt="2026-03-24T13:38:34.061" v="1226" actId="20577"/>
          <ac:spMkLst>
            <pc:docMk/>
            <pc:sldMk cId="3835279149" sldId="307"/>
            <ac:spMk id="5" creationId="{80A8433C-93A2-BA9C-E15E-64DB671B5479}"/>
          </ac:spMkLst>
        </pc:spChg>
        <pc:spChg chg="del">
          <ac:chgData name="#CUI SHUAIWEN#" userId="35a196ea-bcb8-475e-86cf-0b9eaca8a48f" providerId="ADAL" clId="{4D8D382B-DDFF-455F-B5ED-E854E938891F}" dt="2026-03-24T13:37:59.304" v="1173" actId="478"/>
          <ac:spMkLst>
            <pc:docMk/>
            <pc:sldMk cId="3835279149" sldId="307"/>
            <ac:spMk id="6" creationId="{2585B401-73EF-3A4D-E3B4-19D7E93F083B}"/>
          </ac:spMkLst>
        </pc:spChg>
        <pc:spChg chg="del">
          <ac:chgData name="#CUI SHUAIWEN#" userId="35a196ea-bcb8-475e-86cf-0b9eaca8a48f" providerId="ADAL" clId="{4D8D382B-DDFF-455F-B5ED-E854E938891F}" dt="2026-03-24T13:37:59.304" v="1173" actId="478"/>
          <ac:spMkLst>
            <pc:docMk/>
            <pc:sldMk cId="3835279149" sldId="307"/>
            <ac:spMk id="7" creationId="{216AC609-01E1-B0EF-0D3C-3EDF785150E9}"/>
          </ac:spMkLst>
        </pc:spChg>
        <pc:spChg chg="del">
          <ac:chgData name="#CUI SHUAIWEN#" userId="35a196ea-bcb8-475e-86cf-0b9eaca8a48f" providerId="ADAL" clId="{4D8D382B-DDFF-455F-B5ED-E854E938891F}" dt="2026-03-24T13:37:59.304" v="1173" actId="478"/>
          <ac:spMkLst>
            <pc:docMk/>
            <pc:sldMk cId="3835279149" sldId="307"/>
            <ac:spMk id="8" creationId="{08D6C015-AD95-6D6D-890C-0DEA176D0CAE}"/>
          </ac:spMkLst>
        </pc:spChg>
        <pc:spChg chg="del">
          <ac:chgData name="#CUI SHUAIWEN#" userId="35a196ea-bcb8-475e-86cf-0b9eaca8a48f" providerId="ADAL" clId="{4D8D382B-DDFF-455F-B5ED-E854E938891F}" dt="2026-03-24T13:37:59.304" v="1173" actId="478"/>
          <ac:spMkLst>
            <pc:docMk/>
            <pc:sldMk cId="3835279149" sldId="307"/>
            <ac:spMk id="10" creationId="{BB081AF8-2FC8-057E-E787-1644EBD84CF8}"/>
          </ac:spMkLst>
        </pc:spChg>
        <pc:spChg chg="mod">
          <ac:chgData name="#CUI SHUAIWEN#" userId="35a196ea-bcb8-475e-86cf-0b9eaca8a48f" providerId="ADAL" clId="{4D8D382B-DDFF-455F-B5ED-E854E938891F}" dt="2026-03-24T13:38:50.570" v="1227"/>
          <ac:spMkLst>
            <pc:docMk/>
            <pc:sldMk cId="3835279149" sldId="307"/>
            <ac:spMk id="11" creationId="{1C8D9480-18AB-8D6B-EDA5-940E7300A215}"/>
          </ac:spMkLst>
        </pc:spChg>
        <pc:picChg chg="del">
          <ac:chgData name="#CUI SHUAIWEN#" userId="35a196ea-bcb8-475e-86cf-0b9eaca8a48f" providerId="ADAL" clId="{4D8D382B-DDFF-455F-B5ED-E854E938891F}" dt="2026-03-24T13:38:01.140" v="1174" actId="478"/>
          <ac:picMkLst>
            <pc:docMk/>
            <pc:sldMk cId="3835279149" sldId="307"/>
            <ac:picMk id="9" creationId="{7AAE0919-C08C-C9EB-9794-FB661B0112D4}"/>
          </ac:picMkLst>
        </pc:picChg>
      </pc:sldChg>
      <pc:sldChg chg="addSp delSp modSp add mod delAnim modAnim">
        <pc:chgData name="#CUI SHUAIWEN#" userId="35a196ea-bcb8-475e-86cf-0b9eaca8a48f" providerId="ADAL" clId="{4D8D382B-DDFF-455F-B5ED-E854E938891F}" dt="2026-03-24T13:39:52.441" v="1234" actId="1076"/>
        <pc:sldMkLst>
          <pc:docMk/>
          <pc:sldMk cId="608800014" sldId="308"/>
        </pc:sldMkLst>
        <pc:spChg chg="del">
          <ac:chgData name="#CUI SHUAIWEN#" userId="35a196ea-bcb8-475e-86cf-0b9eaca8a48f" providerId="ADAL" clId="{4D8D382B-DDFF-455F-B5ED-E854E938891F}" dt="2026-03-24T13:38:58.742" v="1230" actId="478"/>
          <ac:spMkLst>
            <pc:docMk/>
            <pc:sldMk cId="608800014" sldId="308"/>
            <ac:spMk id="4" creationId="{3F91FED4-E9A1-149D-6945-0051CEF1C7C8}"/>
          </ac:spMkLst>
        </pc:spChg>
        <pc:spChg chg="del">
          <ac:chgData name="#CUI SHUAIWEN#" userId="35a196ea-bcb8-475e-86cf-0b9eaca8a48f" providerId="ADAL" clId="{4D8D382B-DDFF-455F-B5ED-E854E938891F}" dt="2026-03-24T13:38:57.570" v="1229" actId="478"/>
          <ac:spMkLst>
            <pc:docMk/>
            <pc:sldMk cId="608800014" sldId="308"/>
            <ac:spMk id="5" creationId="{5158C419-F294-8584-5C54-A747757ACA1A}"/>
          </ac:spMkLst>
        </pc:spChg>
        <pc:spChg chg="del">
          <ac:chgData name="#CUI SHUAIWEN#" userId="35a196ea-bcb8-475e-86cf-0b9eaca8a48f" providerId="ADAL" clId="{4D8D382B-DDFF-455F-B5ED-E854E938891F}" dt="2026-03-24T13:38:57.570" v="1229" actId="478"/>
          <ac:spMkLst>
            <pc:docMk/>
            <pc:sldMk cId="608800014" sldId="308"/>
            <ac:spMk id="11" creationId="{3568B369-E531-03AE-91C3-38987B598C77}"/>
          </ac:spMkLst>
        </pc:spChg>
        <pc:picChg chg="add mod">
          <ac:chgData name="#CUI SHUAIWEN#" userId="35a196ea-bcb8-475e-86cf-0b9eaca8a48f" providerId="ADAL" clId="{4D8D382B-DDFF-455F-B5ED-E854E938891F}" dt="2026-03-24T13:39:52.441" v="1234" actId="1076"/>
          <ac:picMkLst>
            <pc:docMk/>
            <pc:sldMk cId="608800014" sldId="308"/>
            <ac:picMk id="2" creationId="{F5382680-E42D-6802-BBD1-F686A3582A5D}"/>
          </ac:picMkLst>
        </pc:picChg>
      </pc:sldChg>
      <pc:sldChg chg="addSp delSp modSp add del mod modAnim">
        <pc:chgData name="#CUI SHUAIWEN#" userId="35a196ea-bcb8-475e-86cf-0b9eaca8a48f" providerId="ADAL" clId="{4D8D382B-DDFF-455F-B5ED-E854E938891F}" dt="2026-03-24T11:16:49" v="1100" actId="47"/>
        <pc:sldMkLst>
          <pc:docMk/>
          <pc:sldMk cId="2511984919" sldId="308"/>
        </pc:sldMkLst>
      </pc:sldChg>
      <pc:sldChg chg="addSp delSp modSp add del mod modAnim">
        <pc:chgData name="#CUI SHUAIWEN#" userId="35a196ea-bcb8-475e-86cf-0b9eaca8a48f" providerId="ADAL" clId="{4D8D382B-DDFF-455F-B5ED-E854E938891F}" dt="2026-03-24T11:16:50.647" v="1102" actId="47"/>
        <pc:sldMkLst>
          <pc:docMk/>
          <pc:sldMk cId="628454160" sldId="309"/>
        </pc:sldMkLst>
      </pc:sldChg>
      <pc:sldChg chg="addSp delSp modSp add del mod modAnim">
        <pc:chgData name="#CUI SHUAIWEN#" userId="35a196ea-bcb8-475e-86cf-0b9eaca8a48f" providerId="ADAL" clId="{4D8D382B-DDFF-455F-B5ED-E854E938891F}" dt="2026-03-24T11:16:52.558" v="1104" actId="47"/>
        <pc:sldMkLst>
          <pc:docMk/>
          <pc:sldMk cId="982851366" sldId="31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3/24/2026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HO8zCxEeGnw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O8zCxEeGnw?feature=oembe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cs typeface="Arial"/>
              </a:rPr>
              <a:t>CV1711 ENGINEERING DRAWING &amp; 3D BUILD </a:t>
            </a:r>
            <a:br>
              <a:rPr lang="en-US" sz="3000" b="1" dirty="0">
                <a:solidFill>
                  <a:schemeClr val="bg1"/>
                </a:solidFill>
                <a:cs typeface="Arial"/>
              </a:rPr>
            </a:br>
            <a:r>
              <a:rPr lang="en-US" sz="3000" b="1" dirty="0">
                <a:solidFill>
                  <a:schemeClr val="bg1"/>
                </a:solidFill>
                <a:cs typeface="Arial"/>
              </a:rPr>
              <a:t>INFO MODEL (LAB)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A3103-6AB5-C3AD-490C-82D6BA90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645BA2-68EE-292F-B3E6-FA8919E25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853" y="518760"/>
            <a:ext cx="5723256" cy="4294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BA3256-6BBB-FE2C-5D19-1CA7D812ADD1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10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064B3-9C88-32BD-004D-C2878E74CF6D}"/>
              </a:ext>
            </a:extLst>
          </p:cNvPr>
          <p:cNvSpPr txBox="1"/>
          <p:nvPr/>
        </p:nvSpPr>
        <p:spPr>
          <a:xfrm>
            <a:off x="317634" y="807571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R8</a:t>
            </a:r>
          </a:p>
        </p:txBody>
      </p:sp>
    </p:spTree>
    <p:extLst>
      <p:ext uri="{BB962C8B-B14F-4D97-AF65-F5344CB8AC3E}">
        <p14:creationId xmlns:p14="http://schemas.microsoft.com/office/powerpoint/2010/main" val="2695943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279F-A385-55C7-CE8C-280C1DA97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5CA6EFC-D7D6-C508-CE42-EAE709E25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715" y="826399"/>
            <a:ext cx="4651895" cy="34907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53203F-2045-1910-1464-422F2F300328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10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36B3D8D-88BB-349A-0490-8D488D465478}"/>
              </a:ext>
            </a:extLst>
          </p:cNvPr>
          <p:cNvSpPr/>
          <p:nvPr/>
        </p:nvSpPr>
        <p:spPr>
          <a:xfrm>
            <a:off x="4920110" y="1900612"/>
            <a:ext cx="1427747" cy="56244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04FF8E6-2A7B-F7F7-02AD-B92F9D0F6075}"/>
              </a:ext>
            </a:extLst>
          </p:cNvPr>
          <p:cNvSpPr/>
          <p:nvPr/>
        </p:nvSpPr>
        <p:spPr>
          <a:xfrm>
            <a:off x="5364544" y="1082282"/>
            <a:ext cx="1427747" cy="81832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600348F-EC96-E2EB-0BD0-1B809D946CE6}"/>
              </a:ext>
            </a:extLst>
          </p:cNvPr>
          <p:cNvSpPr/>
          <p:nvPr/>
        </p:nvSpPr>
        <p:spPr>
          <a:xfrm rot="10800000">
            <a:off x="3686738" y="2021871"/>
            <a:ext cx="645890" cy="319927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B3A740E-C276-F83E-3F53-7DE1E7712B0A}"/>
              </a:ext>
            </a:extLst>
          </p:cNvPr>
          <p:cNvSpPr/>
          <p:nvPr/>
        </p:nvSpPr>
        <p:spPr>
          <a:xfrm rot="10800000">
            <a:off x="3686738" y="1331482"/>
            <a:ext cx="645890" cy="319927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F6ADE8-7401-9CB4-B730-064EA21ABA46}"/>
              </a:ext>
            </a:extLst>
          </p:cNvPr>
          <p:cNvSpPr txBox="1"/>
          <p:nvPr/>
        </p:nvSpPr>
        <p:spPr>
          <a:xfrm>
            <a:off x="1182121" y="2002721"/>
            <a:ext cx="216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Blend + Void Blend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EFC03A-9860-E991-4648-343690AFF091}"/>
              </a:ext>
            </a:extLst>
          </p:cNvPr>
          <p:cNvSpPr txBox="1"/>
          <p:nvPr/>
        </p:nvSpPr>
        <p:spPr>
          <a:xfrm>
            <a:off x="1182121" y="1331482"/>
            <a:ext cx="216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Sweep</a:t>
            </a:r>
          </a:p>
        </p:txBody>
      </p:sp>
    </p:spTree>
    <p:extLst>
      <p:ext uri="{BB962C8B-B14F-4D97-AF65-F5344CB8AC3E}">
        <p14:creationId xmlns:p14="http://schemas.microsoft.com/office/powerpoint/2010/main" val="336793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60F39-EB74-5D90-F807-98B9BEB29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B343AC-1D1A-595B-AF50-67BAE4680228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10</a:t>
            </a:r>
            <a:r>
              <a:rPr lang="en-US" sz="2800" b="1" dirty="0"/>
              <a:t> –Revit H</a:t>
            </a:r>
            <a:r>
              <a:rPr lang="en-US" altLang="zh-CN" sz="2800" b="1" dirty="0"/>
              <a:t>andson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hlinkClick r:id="rId2"/>
            <a:extLst>
              <a:ext uri="{FF2B5EF4-FFF2-40B4-BE49-F238E27FC236}">
                <a16:creationId xmlns:a16="http://schemas.microsoft.com/office/drawing/2014/main" id="{1C8D9480-18AB-8D6B-EDA5-940E7300A215}"/>
              </a:ext>
            </a:extLst>
          </p:cNvPr>
          <p:cNvSpPr txBox="1"/>
          <p:nvPr/>
        </p:nvSpPr>
        <p:spPr>
          <a:xfrm>
            <a:off x="2833485" y="220241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https://youtu.be/HO8zCxEeGnw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8433C-93A2-BA9C-E15E-64DB671B5479}"/>
              </a:ext>
            </a:extLst>
          </p:cNvPr>
          <p:cNvSpPr txBox="1"/>
          <p:nvPr/>
        </p:nvSpPr>
        <p:spPr>
          <a:xfrm>
            <a:off x="317634" y="817659"/>
            <a:ext cx="216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Tutorial Video</a:t>
            </a:r>
          </a:p>
        </p:txBody>
      </p:sp>
    </p:spTree>
    <p:extLst>
      <p:ext uri="{BB962C8B-B14F-4D97-AF65-F5344CB8AC3E}">
        <p14:creationId xmlns:p14="http://schemas.microsoft.com/office/powerpoint/2010/main" val="383527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EC073-F169-2794-026F-C61D39F90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NTU CV1711 TRVIT R8">
            <a:hlinkClick r:id="" action="ppaction://media"/>
            <a:extLst>
              <a:ext uri="{FF2B5EF4-FFF2-40B4-BE49-F238E27FC236}">
                <a16:creationId xmlns:a16="http://schemas.microsoft.com/office/drawing/2014/main" id="{F5382680-E42D-6802-BBD1-F686A3582A5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57454" y="61864"/>
            <a:ext cx="8447860" cy="477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0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F871-2624-8CA5-10A4-526E2D95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90FD0-4827-2E98-7D6B-6D2F7B37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853" y="644013"/>
            <a:ext cx="1773342" cy="38554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9C0B16-D457-608F-19EE-36DE146FA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143" y="644013"/>
            <a:ext cx="1773342" cy="38554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73A8F5-ABB5-A3BA-9166-9E8B9E2F2407}"/>
              </a:ext>
            </a:extLst>
          </p:cNvPr>
          <p:cNvSpPr txBox="1"/>
          <p:nvPr/>
        </p:nvSpPr>
        <p:spPr>
          <a:xfrm>
            <a:off x="148385" y="89790"/>
            <a:ext cx="4533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SCAN TO DOWNLOAD THE SLIDES</a:t>
            </a:r>
            <a:endParaRPr lang="en-SG" sz="1600" dirty="0"/>
          </a:p>
        </p:txBody>
      </p:sp>
      <p:pic>
        <p:nvPicPr>
          <p:cNvPr id="4" name="Picture 3" descr="A qr code with a dinosaur&#10;&#10;AI-generated content may be incorrect.">
            <a:extLst>
              <a:ext uri="{FF2B5EF4-FFF2-40B4-BE49-F238E27FC236}">
                <a16:creationId xmlns:a16="http://schemas.microsoft.com/office/drawing/2014/main" id="{5E6AE354-B661-F4AF-8160-66A316454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16" y="1143000"/>
            <a:ext cx="2857500" cy="28575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DDE0AD-E736-7834-9770-6052B3973F69}"/>
              </a:ext>
            </a:extLst>
          </p:cNvPr>
          <p:cNvSpPr/>
          <p:nvPr/>
        </p:nvSpPr>
        <p:spPr>
          <a:xfrm>
            <a:off x="3649133" y="3960130"/>
            <a:ext cx="1032701" cy="2116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F4BC619-0BB6-4377-DAFE-60564F8DE541}"/>
              </a:ext>
            </a:extLst>
          </p:cNvPr>
          <p:cNvSpPr/>
          <p:nvPr/>
        </p:nvSpPr>
        <p:spPr>
          <a:xfrm>
            <a:off x="6648886" y="3242330"/>
            <a:ext cx="1032701" cy="2116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4C5E3C-55BB-FCF1-AD31-DE3A0295D844}"/>
              </a:ext>
            </a:extLst>
          </p:cNvPr>
          <p:cNvCxnSpPr/>
          <p:nvPr/>
        </p:nvCxnSpPr>
        <p:spPr>
          <a:xfrm flipH="1">
            <a:off x="4701184" y="3717108"/>
            <a:ext cx="355833" cy="3386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F23151-07FE-30CA-B197-14A5B86422C9}"/>
              </a:ext>
            </a:extLst>
          </p:cNvPr>
          <p:cNvCxnSpPr/>
          <p:nvPr/>
        </p:nvCxnSpPr>
        <p:spPr>
          <a:xfrm flipH="1">
            <a:off x="7737605" y="3009497"/>
            <a:ext cx="355833" cy="3386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933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A540F8-4ACB-4DC8-920F-A3CE5A42B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64D3FE7-A0C8-4453-A806-BCAD6F53B9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47</Words>
  <Application>Microsoft Office PowerPoint</Application>
  <PresentationFormat>On-screen Show (16:9)</PresentationFormat>
  <Paragraphs>10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CV1711 ENGINEERING DRAWING &amp; 3D BUILD  INFO MODEL (LAB)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#CUI SHUAIWEN#</cp:lastModifiedBy>
  <cp:revision>86</cp:revision>
  <dcterms:created xsi:type="dcterms:W3CDTF">2017-05-14T01:29:56Z</dcterms:created>
  <dcterms:modified xsi:type="dcterms:W3CDTF">2026-03-24T13:39:54Z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