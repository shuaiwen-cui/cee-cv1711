
<file path=[Content_Types].xml><?xml version="1.0" encoding="utf-8"?>
<Types xmlns="http://schemas.openxmlformats.org/package/2006/content-types">
  <Default Extension="glb" ContentType="model/gltf.binary"/>
  <Default Extension="jpeg" ContentType="image/jpeg"/>
  <Default Extension="jpg" ContentType="image/jpeg"/>
  <Default Extension="mp4" ContentType="video/mp4"/>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5" Type="http://schemas.openxmlformats.org/officeDocument/2006/relationships/custom-properties" Target="docProps/custom.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4"/>
  </p:sldMasterIdLst>
  <p:handoutMasterIdLst>
    <p:handoutMasterId r:id="rId28"/>
  </p:handoutMasterIdLst>
  <p:sldIdLst>
    <p:sldId id="259" r:id="rId5"/>
    <p:sldId id="268" r:id="rId6"/>
    <p:sldId id="308" r:id="rId7"/>
    <p:sldId id="309" r:id="rId8"/>
    <p:sldId id="310" r:id="rId9"/>
    <p:sldId id="311" r:id="rId10"/>
    <p:sldId id="313" r:id="rId11"/>
    <p:sldId id="312" r:id="rId12"/>
    <p:sldId id="314" r:id="rId13"/>
    <p:sldId id="322" r:id="rId14"/>
    <p:sldId id="315" r:id="rId15"/>
    <p:sldId id="323" r:id="rId16"/>
    <p:sldId id="324" r:id="rId17"/>
    <p:sldId id="316" r:id="rId18"/>
    <p:sldId id="317" r:id="rId19"/>
    <p:sldId id="318" r:id="rId20"/>
    <p:sldId id="319" r:id="rId21"/>
    <p:sldId id="307" r:id="rId22"/>
    <p:sldId id="321" r:id="rId23"/>
    <p:sldId id="320" r:id="rId24"/>
    <p:sldId id="306" r:id="rId25"/>
    <p:sldId id="325" r:id="rId26"/>
    <p:sldId id="326" r:id="rId27"/>
  </p:sldIdLst>
  <p:sldSz cx="9144000" cy="5143500" type="screen16x9"/>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E6F2"/>
    <a:srgbClr val="AED5A2"/>
    <a:srgbClr val="4F81BD"/>
  </p:clrMru>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ADC0B7F-E69D-4597-AD28-FC395CB652EB}" v="38" dt="2025-10-28T02:23:05.02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25222" autoAdjust="0"/>
    <p:restoredTop sz="94765"/>
  </p:normalViewPr>
  <p:slideViewPr>
    <p:cSldViewPr snapToGrid="0" snapToObjects="1">
      <p:cViewPr>
        <p:scale>
          <a:sx n="197" d="100"/>
          <a:sy n="197" d="100"/>
        </p:scale>
        <p:origin x="642" y="186"/>
      </p:cViewPr>
      <p:guideLst>
        <p:guide orient="horz" pos="162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9.xml"/><Relationship Id="rId18" Type="http://schemas.openxmlformats.org/officeDocument/2006/relationships/slide" Target="slides/slide14.xml"/><Relationship Id="rId26" Type="http://schemas.openxmlformats.org/officeDocument/2006/relationships/slide" Target="slides/slide22.xml"/><Relationship Id="rId3" Type="http://schemas.openxmlformats.org/officeDocument/2006/relationships/customXml" Target="../customXml/item3.xml"/><Relationship Id="rId21" Type="http://schemas.openxmlformats.org/officeDocument/2006/relationships/slide" Target="slides/slide17.xml"/><Relationship Id="rId34" Type="http://schemas.microsoft.com/office/2015/10/relationships/revisionInfo" Target="revisionInfo.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slide" Target="slides/slide13.xml"/><Relationship Id="rId25" Type="http://schemas.openxmlformats.org/officeDocument/2006/relationships/slide" Target="slides/slide21.xml"/><Relationship Id="rId33" Type="http://schemas.microsoft.com/office/2016/11/relationships/changesInfo" Target="changesInfos/changesInfo1.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slide" Target="slides/slide16.xml"/><Relationship Id="rId29" Type="http://schemas.openxmlformats.org/officeDocument/2006/relationships/presProps" Target="presProp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24" Type="http://schemas.openxmlformats.org/officeDocument/2006/relationships/slide" Target="slides/slide20.xml"/><Relationship Id="rId32" Type="http://schemas.openxmlformats.org/officeDocument/2006/relationships/tableStyles" Target="tableStyles.xml"/><Relationship Id="rId5" Type="http://schemas.openxmlformats.org/officeDocument/2006/relationships/slide" Target="slides/slide1.xml"/><Relationship Id="rId15" Type="http://schemas.openxmlformats.org/officeDocument/2006/relationships/slide" Target="slides/slide11.xml"/><Relationship Id="rId23" Type="http://schemas.openxmlformats.org/officeDocument/2006/relationships/slide" Target="slides/slide19.xml"/><Relationship Id="rId28" Type="http://schemas.openxmlformats.org/officeDocument/2006/relationships/handoutMaster" Target="handoutMasters/handoutMaster1.xml"/><Relationship Id="rId10" Type="http://schemas.openxmlformats.org/officeDocument/2006/relationships/slide" Target="slides/slide6.xml"/><Relationship Id="rId19" Type="http://schemas.openxmlformats.org/officeDocument/2006/relationships/slide" Target="slides/slide15.xml"/><Relationship Id="rId31"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 Id="rId22" Type="http://schemas.openxmlformats.org/officeDocument/2006/relationships/slide" Target="slides/slide18.xml"/><Relationship Id="rId27" Type="http://schemas.openxmlformats.org/officeDocument/2006/relationships/slide" Target="slides/slide23.xml"/><Relationship Id="rId30" Type="http://schemas.openxmlformats.org/officeDocument/2006/relationships/viewProps" Target="viewProps.xml"/><Relationship Id="rId8" Type="http://schemas.openxmlformats.org/officeDocument/2006/relationships/slide" Target="slides/slide4.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CUI SHUAIWEN#" userId="35a196ea-bcb8-475e-86cf-0b9eaca8a48f" providerId="ADAL" clId="{1B38D1F6-6E6F-4B7D-B2D9-3D438733DE02}"/>
    <pc:docChg chg="undo custSel addSld delSld modSld sldOrd">
      <pc:chgData name="#CUI SHUAIWEN#" userId="35a196ea-bcb8-475e-86cf-0b9eaca8a48f" providerId="ADAL" clId="{1B38D1F6-6E6F-4B7D-B2D9-3D438733DE02}" dt="2025-09-09T01:37:07.535" v="1289"/>
      <pc:docMkLst>
        <pc:docMk/>
      </pc:docMkLst>
      <pc:sldChg chg="del">
        <pc:chgData name="#CUI SHUAIWEN#" userId="35a196ea-bcb8-475e-86cf-0b9eaca8a48f" providerId="ADAL" clId="{1B38D1F6-6E6F-4B7D-B2D9-3D438733DE02}" dt="2025-09-03T01:39:46.106" v="81" actId="47"/>
        <pc:sldMkLst>
          <pc:docMk/>
          <pc:sldMk cId="2103376003" sldId="263"/>
        </pc:sldMkLst>
      </pc:sldChg>
      <pc:sldChg chg="del">
        <pc:chgData name="#CUI SHUAIWEN#" userId="35a196ea-bcb8-475e-86cf-0b9eaca8a48f" providerId="ADAL" clId="{1B38D1F6-6E6F-4B7D-B2D9-3D438733DE02}" dt="2025-09-03T01:39:51.328" v="83" actId="47"/>
        <pc:sldMkLst>
          <pc:docMk/>
          <pc:sldMk cId="1903417478" sldId="264"/>
        </pc:sldMkLst>
      </pc:sldChg>
      <pc:sldChg chg="del">
        <pc:chgData name="#CUI SHUAIWEN#" userId="35a196ea-bcb8-475e-86cf-0b9eaca8a48f" providerId="ADAL" clId="{1B38D1F6-6E6F-4B7D-B2D9-3D438733DE02}" dt="2025-09-03T01:39:47.547" v="82" actId="47"/>
        <pc:sldMkLst>
          <pc:docMk/>
          <pc:sldMk cId="3059173418" sldId="265"/>
        </pc:sldMkLst>
      </pc:sldChg>
      <pc:sldChg chg="ord">
        <pc:chgData name="#CUI SHUAIWEN#" userId="35a196ea-bcb8-475e-86cf-0b9eaca8a48f" providerId="ADAL" clId="{1B38D1F6-6E6F-4B7D-B2D9-3D438733DE02}" dt="2025-09-03T01:39:58.491" v="85"/>
        <pc:sldMkLst>
          <pc:docMk/>
          <pc:sldMk cId="741047462" sldId="266"/>
        </pc:sldMkLst>
      </pc:sldChg>
      <pc:sldChg chg="ord">
        <pc:chgData name="#CUI SHUAIWEN#" userId="35a196ea-bcb8-475e-86cf-0b9eaca8a48f" providerId="ADAL" clId="{1B38D1F6-6E6F-4B7D-B2D9-3D438733DE02}" dt="2025-09-03T01:39:58.491" v="85"/>
        <pc:sldMkLst>
          <pc:docMk/>
          <pc:sldMk cId="2663889688" sldId="267"/>
        </pc:sldMkLst>
      </pc:sldChg>
      <pc:sldChg chg="addSp delSp modSp mod ord delAnim modAnim">
        <pc:chgData name="#CUI SHUAIWEN#" userId="35a196ea-bcb8-475e-86cf-0b9eaca8a48f" providerId="ADAL" clId="{1B38D1F6-6E6F-4B7D-B2D9-3D438733DE02}" dt="2025-09-09T01:19:09.852" v="979"/>
        <pc:sldMkLst>
          <pc:docMk/>
          <pc:sldMk cId="1444261047" sldId="268"/>
        </pc:sldMkLst>
      </pc:sldChg>
      <pc:sldChg chg="addSp modSp mod ord">
        <pc:chgData name="#CUI SHUAIWEN#" userId="35a196ea-bcb8-475e-86cf-0b9eaca8a48f" providerId="ADAL" clId="{1B38D1F6-6E6F-4B7D-B2D9-3D438733DE02}" dt="2025-09-09T01:09:58.494" v="784" actId="1076"/>
        <pc:sldMkLst>
          <pc:docMk/>
          <pc:sldMk cId="3817903410" sldId="269"/>
        </pc:sldMkLst>
      </pc:sldChg>
      <pc:sldChg chg="del">
        <pc:chgData name="#CUI SHUAIWEN#" userId="35a196ea-bcb8-475e-86cf-0b9eaca8a48f" providerId="ADAL" clId="{1B38D1F6-6E6F-4B7D-B2D9-3D438733DE02}" dt="2025-09-03T01:39:23.832" v="80" actId="47"/>
        <pc:sldMkLst>
          <pc:docMk/>
          <pc:sldMk cId="3015121604" sldId="273"/>
        </pc:sldMkLst>
      </pc:sldChg>
      <pc:sldChg chg="del">
        <pc:chgData name="#CUI SHUAIWEN#" userId="35a196ea-bcb8-475e-86cf-0b9eaca8a48f" providerId="ADAL" clId="{1B38D1F6-6E6F-4B7D-B2D9-3D438733DE02}" dt="2025-09-03T01:39:22.695" v="79" actId="47"/>
        <pc:sldMkLst>
          <pc:docMk/>
          <pc:sldMk cId="363693390" sldId="274"/>
        </pc:sldMkLst>
      </pc:sldChg>
      <pc:sldChg chg="addSp delSp modSp mod">
        <pc:chgData name="#CUI SHUAIWEN#" userId="35a196ea-bcb8-475e-86cf-0b9eaca8a48f" providerId="ADAL" clId="{1B38D1F6-6E6F-4B7D-B2D9-3D438733DE02}" dt="2025-09-03T04:52:19.214" v="392" actId="478"/>
        <pc:sldMkLst>
          <pc:docMk/>
          <pc:sldMk cId="3148859768" sldId="277"/>
        </pc:sldMkLst>
      </pc:sldChg>
      <pc:sldChg chg="addSp delSp modSp mod">
        <pc:chgData name="#CUI SHUAIWEN#" userId="35a196ea-bcb8-475e-86cf-0b9eaca8a48f" providerId="ADAL" clId="{1B38D1F6-6E6F-4B7D-B2D9-3D438733DE02}" dt="2025-09-03T04:55:08.108" v="424" actId="166"/>
        <pc:sldMkLst>
          <pc:docMk/>
          <pc:sldMk cId="2732387768" sldId="278"/>
        </pc:sldMkLst>
      </pc:sldChg>
      <pc:sldChg chg="addSp delSp modSp mod ord">
        <pc:chgData name="#CUI SHUAIWEN#" userId="35a196ea-bcb8-475e-86cf-0b9eaca8a48f" providerId="ADAL" clId="{1B38D1F6-6E6F-4B7D-B2D9-3D438733DE02}" dt="2025-09-03T05:32:58.204" v="567" actId="167"/>
        <pc:sldMkLst>
          <pc:docMk/>
          <pc:sldMk cId="940724167" sldId="279"/>
        </pc:sldMkLst>
      </pc:sldChg>
      <pc:sldChg chg="addSp modSp mod">
        <pc:chgData name="#CUI SHUAIWEN#" userId="35a196ea-bcb8-475e-86cf-0b9eaca8a48f" providerId="ADAL" clId="{1B38D1F6-6E6F-4B7D-B2D9-3D438733DE02}" dt="2025-09-03T01:36:52.422" v="78" actId="1076"/>
        <pc:sldMkLst>
          <pc:docMk/>
          <pc:sldMk cId="3635646240" sldId="289"/>
        </pc:sldMkLst>
      </pc:sldChg>
      <pc:sldChg chg="addSp modSp mod">
        <pc:chgData name="#CUI SHUAIWEN#" userId="35a196ea-bcb8-475e-86cf-0b9eaca8a48f" providerId="ADAL" clId="{1B38D1F6-6E6F-4B7D-B2D9-3D438733DE02}" dt="2025-09-03T02:25:11.957" v="100" actId="14100"/>
        <pc:sldMkLst>
          <pc:docMk/>
          <pc:sldMk cId="3679089101" sldId="290"/>
        </pc:sldMkLst>
      </pc:sldChg>
      <pc:sldChg chg="addSp modSp mod ord">
        <pc:chgData name="#CUI SHUAIWEN#" userId="35a196ea-bcb8-475e-86cf-0b9eaca8a48f" providerId="ADAL" clId="{1B38D1F6-6E6F-4B7D-B2D9-3D438733DE02}" dt="2025-09-03T02:39:39.283" v="121"/>
        <pc:sldMkLst>
          <pc:docMk/>
          <pc:sldMk cId="2576713322" sldId="291"/>
        </pc:sldMkLst>
      </pc:sldChg>
      <pc:sldChg chg="addSp delSp modSp mod">
        <pc:chgData name="#CUI SHUAIWEN#" userId="35a196ea-bcb8-475e-86cf-0b9eaca8a48f" providerId="ADAL" clId="{1B38D1F6-6E6F-4B7D-B2D9-3D438733DE02}" dt="2025-09-09T01:32:53.336" v="1250" actId="14100"/>
        <pc:sldMkLst>
          <pc:docMk/>
          <pc:sldMk cId="2283426111" sldId="292"/>
        </pc:sldMkLst>
      </pc:sldChg>
      <pc:sldChg chg="addSp delSp modSp mod">
        <pc:chgData name="#CUI SHUAIWEN#" userId="35a196ea-bcb8-475e-86cf-0b9eaca8a48f" providerId="ADAL" clId="{1B38D1F6-6E6F-4B7D-B2D9-3D438733DE02}" dt="2025-09-09T01:33:33.811" v="1270" actId="20577"/>
        <pc:sldMkLst>
          <pc:docMk/>
          <pc:sldMk cId="243491516" sldId="293"/>
        </pc:sldMkLst>
      </pc:sldChg>
      <pc:sldChg chg="addSp delSp modSp add mod">
        <pc:chgData name="#CUI SHUAIWEN#" userId="35a196ea-bcb8-475e-86cf-0b9eaca8a48f" providerId="ADAL" clId="{1B38D1F6-6E6F-4B7D-B2D9-3D438733DE02}" dt="2025-09-09T01:33:09.984" v="1259" actId="20577"/>
        <pc:sldMkLst>
          <pc:docMk/>
          <pc:sldMk cId="980262105" sldId="294"/>
        </pc:sldMkLst>
      </pc:sldChg>
      <pc:sldChg chg="addSp delSp modSp add mod">
        <pc:chgData name="#CUI SHUAIWEN#" userId="35a196ea-bcb8-475e-86cf-0b9eaca8a48f" providerId="ADAL" clId="{1B38D1F6-6E6F-4B7D-B2D9-3D438733DE02}" dt="2025-09-09T01:34:08.327" v="1288" actId="20577"/>
        <pc:sldMkLst>
          <pc:docMk/>
          <pc:sldMk cId="582355745" sldId="295"/>
        </pc:sldMkLst>
      </pc:sldChg>
      <pc:sldChg chg="delSp modSp add mod">
        <pc:chgData name="#CUI SHUAIWEN#" userId="35a196ea-bcb8-475e-86cf-0b9eaca8a48f" providerId="ADAL" clId="{1B38D1F6-6E6F-4B7D-B2D9-3D438733DE02}" dt="2025-09-03T04:52:13.818" v="391" actId="1076"/>
        <pc:sldMkLst>
          <pc:docMk/>
          <pc:sldMk cId="1602438779" sldId="296"/>
        </pc:sldMkLst>
      </pc:sldChg>
      <pc:sldChg chg="addSp delSp modSp add mod">
        <pc:chgData name="#CUI SHUAIWEN#" userId="35a196ea-bcb8-475e-86cf-0b9eaca8a48f" providerId="ADAL" clId="{1B38D1F6-6E6F-4B7D-B2D9-3D438733DE02}" dt="2025-09-03T04:56:17.365" v="470" actId="1076"/>
        <pc:sldMkLst>
          <pc:docMk/>
          <pc:sldMk cId="273653382" sldId="297"/>
        </pc:sldMkLst>
      </pc:sldChg>
      <pc:sldChg chg="addSp modSp add mod">
        <pc:chgData name="#CUI SHUAIWEN#" userId="35a196ea-bcb8-475e-86cf-0b9eaca8a48f" providerId="ADAL" clId="{1B38D1F6-6E6F-4B7D-B2D9-3D438733DE02}" dt="2025-09-03T05:00:11.941" v="508" actId="14100"/>
        <pc:sldMkLst>
          <pc:docMk/>
          <pc:sldMk cId="856398079" sldId="298"/>
        </pc:sldMkLst>
      </pc:sldChg>
      <pc:sldChg chg="addSp modSp add mod">
        <pc:chgData name="#CUI SHUAIWEN#" userId="35a196ea-bcb8-475e-86cf-0b9eaca8a48f" providerId="ADAL" clId="{1B38D1F6-6E6F-4B7D-B2D9-3D438733DE02}" dt="2025-09-03T05:32:49.924" v="564" actId="1076"/>
        <pc:sldMkLst>
          <pc:docMk/>
          <pc:sldMk cId="3704679447" sldId="299"/>
        </pc:sldMkLst>
      </pc:sldChg>
      <pc:sldChg chg="addSp modSp add mod">
        <pc:chgData name="#CUI SHUAIWEN#" userId="35a196ea-bcb8-475e-86cf-0b9eaca8a48f" providerId="ADAL" clId="{1B38D1F6-6E6F-4B7D-B2D9-3D438733DE02}" dt="2025-09-09T01:09:32.625" v="754" actId="1076"/>
        <pc:sldMkLst>
          <pc:docMk/>
          <pc:sldMk cId="3779232994" sldId="300"/>
        </pc:sldMkLst>
      </pc:sldChg>
      <pc:sldChg chg="add">
        <pc:chgData name="#CUI SHUAIWEN#" userId="35a196ea-bcb8-475e-86cf-0b9eaca8a48f" providerId="ADAL" clId="{1B38D1F6-6E6F-4B7D-B2D9-3D438733DE02}" dt="2025-09-09T00:51:17.660" v="592"/>
        <pc:sldMkLst>
          <pc:docMk/>
          <pc:sldMk cId="206254916" sldId="301"/>
        </pc:sldMkLst>
      </pc:sldChg>
      <pc:sldChg chg="addSp delSp modSp add mod delAnim">
        <pc:chgData name="#CUI SHUAIWEN#" userId="35a196ea-bcb8-475e-86cf-0b9eaca8a48f" providerId="ADAL" clId="{1B38D1F6-6E6F-4B7D-B2D9-3D438733DE02}" dt="2025-09-09T01:23:33.332" v="1069" actId="20577"/>
        <pc:sldMkLst>
          <pc:docMk/>
          <pc:sldMk cId="2977683853" sldId="302"/>
        </pc:sldMkLst>
      </pc:sldChg>
      <pc:sldChg chg="addSp delSp modSp add mod modAnim">
        <pc:chgData name="#CUI SHUAIWEN#" userId="35a196ea-bcb8-475e-86cf-0b9eaca8a48f" providerId="ADAL" clId="{1B38D1F6-6E6F-4B7D-B2D9-3D438733DE02}" dt="2025-09-09T01:27:47.684" v="1171" actId="1076"/>
        <pc:sldMkLst>
          <pc:docMk/>
          <pc:sldMk cId="3525409591" sldId="303"/>
        </pc:sldMkLst>
      </pc:sldChg>
      <pc:sldChg chg="add">
        <pc:chgData name="#CUI SHUAIWEN#" userId="35a196ea-bcb8-475e-86cf-0b9eaca8a48f" providerId="ADAL" clId="{1B38D1F6-6E6F-4B7D-B2D9-3D438733DE02}" dt="2025-09-09T01:37:07.535" v="1289"/>
        <pc:sldMkLst>
          <pc:docMk/>
          <pc:sldMk cId="2224933946" sldId="304"/>
        </pc:sldMkLst>
      </pc:sldChg>
    </pc:docChg>
  </pc:docChgLst>
  <pc:docChgLst>
    <pc:chgData name="#CUI SHUAIWEN#" userId="35a196ea-bcb8-475e-86cf-0b9eaca8a48f" providerId="ADAL" clId="{8ADC0B7F-E69D-4597-AD28-FC395CB652EB}"/>
    <pc:docChg chg="custSel addSld modSld sldOrd">
      <pc:chgData name="#CUI SHUAIWEN#" userId="35a196ea-bcb8-475e-86cf-0b9eaca8a48f" providerId="ADAL" clId="{8ADC0B7F-E69D-4597-AD28-FC395CB652EB}" dt="2025-10-14T02:08:51.862" v="522" actId="20577"/>
      <pc:docMkLst>
        <pc:docMk/>
      </pc:docMkLst>
      <pc:sldChg chg="modSp mod ord">
        <pc:chgData name="#CUI SHUAIWEN#" userId="35a196ea-bcb8-475e-86cf-0b9eaca8a48f" providerId="ADAL" clId="{8ADC0B7F-E69D-4597-AD28-FC395CB652EB}" dt="2025-10-14T02:08:51.862" v="522" actId="20577"/>
        <pc:sldMkLst>
          <pc:docMk/>
          <pc:sldMk cId="3998120187" sldId="315"/>
        </pc:sldMkLst>
        <pc:spChg chg="mod">
          <ac:chgData name="#CUI SHUAIWEN#" userId="35a196ea-bcb8-475e-86cf-0b9eaca8a48f" providerId="ADAL" clId="{8ADC0B7F-E69D-4597-AD28-FC395CB652EB}" dt="2025-10-14T02:08:51.862" v="522" actId="20577"/>
          <ac:spMkLst>
            <pc:docMk/>
            <pc:sldMk cId="3998120187" sldId="315"/>
            <ac:spMk id="6" creationId="{62ADE092-3BE9-06B6-E2C7-B2CD8C50F771}"/>
          </ac:spMkLst>
        </pc:spChg>
      </pc:sldChg>
      <pc:sldChg chg="addSp delSp modSp add mod ord">
        <pc:chgData name="#CUI SHUAIWEN#" userId="35a196ea-bcb8-475e-86cf-0b9eaca8a48f" providerId="ADAL" clId="{8ADC0B7F-E69D-4597-AD28-FC395CB652EB}" dt="2025-10-14T02:04:25.860" v="384" actId="1076"/>
        <pc:sldMkLst>
          <pc:docMk/>
          <pc:sldMk cId="684862405" sldId="317"/>
        </pc:sldMkLst>
        <pc:spChg chg="mod">
          <ac:chgData name="#CUI SHUAIWEN#" userId="35a196ea-bcb8-475e-86cf-0b9eaca8a48f" providerId="ADAL" clId="{8ADC0B7F-E69D-4597-AD28-FC395CB652EB}" dt="2025-10-14T01:25:02.696" v="25" actId="20577"/>
          <ac:spMkLst>
            <pc:docMk/>
            <pc:sldMk cId="684862405" sldId="317"/>
            <ac:spMk id="2" creationId="{8829842A-F836-C5D1-BDD9-3FFC2443B7E3}"/>
          </ac:spMkLst>
        </pc:spChg>
        <pc:spChg chg="add mod">
          <ac:chgData name="#CUI SHUAIWEN#" userId="35a196ea-bcb8-475e-86cf-0b9eaca8a48f" providerId="ADAL" clId="{8ADC0B7F-E69D-4597-AD28-FC395CB652EB}" dt="2025-10-14T02:04:25.860" v="384" actId="1076"/>
          <ac:spMkLst>
            <pc:docMk/>
            <pc:sldMk cId="684862405" sldId="317"/>
            <ac:spMk id="3" creationId="{80B32AEC-0628-6204-EA07-6ECCB7704F72}"/>
          </ac:spMkLst>
        </pc:spChg>
        <pc:spChg chg="mod">
          <ac:chgData name="#CUI SHUAIWEN#" userId="35a196ea-bcb8-475e-86cf-0b9eaca8a48f" providerId="ADAL" clId="{8ADC0B7F-E69D-4597-AD28-FC395CB652EB}" dt="2025-10-14T01:54:55.362" v="266" actId="12"/>
          <ac:spMkLst>
            <pc:docMk/>
            <pc:sldMk cId="684862405" sldId="317"/>
            <ac:spMk id="7" creationId="{E5C37909-82EA-1836-73EE-DE59F102FB94}"/>
          </ac:spMkLst>
        </pc:spChg>
      </pc:sldChg>
      <pc:sldChg chg="addSp delSp modSp add mod modAnim">
        <pc:chgData name="#CUI SHUAIWEN#" userId="35a196ea-bcb8-475e-86cf-0b9eaca8a48f" providerId="ADAL" clId="{8ADC0B7F-E69D-4597-AD28-FC395CB652EB}" dt="2025-10-14T02:08:02.618" v="496" actId="1076"/>
        <pc:sldMkLst>
          <pc:docMk/>
          <pc:sldMk cId="1252025687" sldId="318"/>
        </pc:sldMkLst>
        <pc:spChg chg="add mod">
          <ac:chgData name="#CUI SHUAIWEN#" userId="35a196ea-bcb8-475e-86cf-0b9eaca8a48f" providerId="ADAL" clId="{8ADC0B7F-E69D-4597-AD28-FC395CB652EB}" dt="2025-10-14T02:07:54.508" v="493" actId="20577"/>
          <ac:spMkLst>
            <pc:docMk/>
            <pc:sldMk cId="1252025687" sldId="318"/>
            <ac:spMk id="5" creationId="{84F303A5-8898-588D-F6D1-2D24184A5166}"/>
          </ac:spMkLst>
        </pc:spChg>
        <pc:picChg chg="add mod modCrop">
          <ac:chgData name="#CUI SHUAIWEN#" userId="35a196ea-bcb8-475e-86cf-0b9eaca8a48f" providerId="ADAL" clId="{8ADC0B7F-E69D-4597-AD28-FC395CB652EB}" dt="2025-10-14T02:08:02.618" v="496" actId="1076"/>
          <ac:picMkLst>
            <pc:docMk/>
            <pc:sldMk cId="1252025687" sldId="318"/>
            <ac:picMk id="4" creationId="{52345446-DB88-D33C-C6E0-F23F38A116C5}"/>
          </ac:picMkLst>
        </pc:picChg>
      </pc:sldChg>
    </pc:docChg>
  </pc:docChgLst>
  <pc:docChgLst>
    <pc:chgData name="#CUI SHUAIWEN#" userId="35a196ea-bcb8-475e-86cf-0b9eaca8a48f" providerId="ADAL" clId="{EAAB3BE4-FC2B-45A1-A24C-7B1F3E7E4B7A}"/>
    <pc:docChg chg="custSel addSld delSld modSld">
      <pc:chgData name="#CUI SHUAIWEN#" userId="35a196ea-bcb8-475e-86cf-0b9eaca8a48f" providerId="ADAL" clId="{EAAB3BE4-FC2B-45A1-A24C-7B1F3E7E4B7A}" dt="2025-08-26T11:32:00.483" v="909" actId="1076"/>
      <pc:docMkLst>
        <pc:docMk/>
      </pc:docMkLst>
      <pc:sldChg chg="delSp modSp add mod">
        <pc:chgData name="#CUI SHUAIWEN#" userId="35a196ea-bcb8-475e-86cf-0b9eaca8a48f" providerId="ADAL" clId="{EAAB3BE4-FC2B-45A1-A24C-7B1F3E7E4B7A}" dt="2025-08-26T02:18:47.944" v="905" actId="1076"/>
        <pc:sldMkLst>
          <pc:docMk/>
          <pc:sldMk cId="616729318" sldId="261"/>
        </pc:sldMkLst>
      </pc:sldChg>
      <pc:sldChg chg="addSp delSp modSp add mod">
        <pc:chgData name="#CUI SHUAIWEN#" userId="35a196ea-bcb8-475e-86cf-0b9eaca8a48f" providerId="ADAL" clId="{EAAB3BE4-FC2B-45A1-A24C-7B1F3E7E4B7A}" dt="2025-08-25T12:00:14.370" v="136" actId="1076"/>
        <pc:sldMkLst>
          <pc:docMk/>
          <pc:sldMk cId="946053145" sldId="262"/>
        </pc:sldMkLst>
      </pc:sldChg>
      <pc:sldChg chg="addSp delSp modSp add mod">
        <pc:chgData name="#CUI SHUAIWEN#" userId="35a196ea-bcb8-475e-86cf-0b9eaca8a48f" providerId="ADAL" clId="{EAAB3BE4-FC2B-45A1-A24C-7B1F3E7E4B7A}" dt="2025-08-25T12:10:14.600" v="154" actId="1076"/>
        <pc:sldMkLst>
          <pc:docMk/>
          <pc:sldMk cId="2103376003" sldId="263"/>
        </pc:sldMkLst>
      </pc:sldChg>
      <pc:sldChg chg="delSp add mod">
        <pc:chgData name="#CUI SHUAIWEN#" userId="35a196ea-bcb8-475e-86cf-0b9eaca8a48f" providerId="ADAL" clId="{EAAB3BE4-FC2B-45A1-A24C-7B1F3E7E4B7A}" dt="2025-08-25T12:08:59.485" v="140" actId="478"/>
        <pc:sldMkLst>
          <pc:docMk/>
          <pc:sldMk cId="1903417478" sldId="264"/>
        </pc:sldMkLst>
      </pc:sldChg>
      <pc:sldChg chg="addSp delSp modSp add mod">
        <pc:chgData name="#CUI SHUAIWEN#" userId="35a196ea-bcb8-475e-86cf-0b9eaca8a48f" providerId="ADAL" clId="{EAAB3BE4-FC2B-45A1-A24C-7B1F3E7E4B7A}" dt="2025-08-25T12:17:13.012" v="173" actId="1076"/>
        <pc:sldMkLst>
          <pc:docMk/>
          <pc:sldMk cId="3059173418" sldId="265"/>
        </pc:sldMkLst>
      </pc:sldChg>
      <pc:sldChg chg="addSp delSp modSp add mod">
        <pc:chgData name="#CUI SHUAIWEN#" userId="35a196ea-bcb8-475e-86cf-0b9eaca8a48f" providerId="ADAL" clId="{EAAB3BE4-FC2B-45A1-A24C-7B1F3E7E4B7A}" dt="2025-08-26T11:32:00.483" v="909" actId="1076"/>
        <pc:sldMkLst>
          <pc:docMk/>
          <pc:sldMk cId="741047462" sldId="266"/>
        </pc:sldMkLst>
      </pc:sldChg>
      <pc:sldChg chg="add del">
        <pc:chgData name="#CUI SHUAIWEN#" userId="35a196ea-bcb8-475e-86cf-0b9eaca8a48f" providerId="ADAL" clId="{EAAB3BE4-FC2B-45A1-A24C-7B1F3E7E4B7A}" dt="2025-08-25T12:43:23.374" v="415" actId="47"/>
        <pc:sldMkLst>
          <pc:docMk/>
          <pc:sldMk cId="1337408913" sldId="267"/>
        </pc:sldMkLst>
      </pc:sldChg>
      <pc:sldChg chg="delSp modSp add mod">
        <pc:chgData name="#CUI SHUAIWEN#" userId="35a196ea-bcb8-475e-86cf-0b9eaca8a48f" providerId="ADAL" clId="{EAAB3BE4-FC2B-45A1-A24C-7B1F3E7E4B7A}" dt="2025-08-25T12:55:02.614" v="510" actId="1076"/>
        <pc:sldMkLst>
          <pc:docMk/>
          <pc:sldMk cId="2663889688" sldId="267"/>
        </pc:sldMkLst>
      </pc:sldChg>
      <pc:sldChg chg="addSp delSp modSp add mod">
        <pc:chgData name="#CUI SHUAIWEN#" userId="35a196ea-bcb8-475e-86cf-0b9eaca8a48f" providerId="ADAL" clId="{EAAB3BE4-FC2B-45A1-A24C-7B1F3E7E4B7A}" dt="2025-08-25T13:55:34.475" v="553" actId="1076"/>
        <pc:sldMkLst>
          <pc:docMk/>
          <pc:sldMk cId="1444261047" sldId="268"/>
        </pc:sldMkLst>
      </pc:sldChg>
      <pc:sldChg chg="addSp delSp modSp add mod">
        <pc:chgData name="#CUI SHUAIWEN#" userId="35a196ea-bcb8-475e-86cf-0b9eaca8a48f" providerId="ADAL" clId="{EAAB3BE4-FC2B-45A1-A24C-7B1F3E7E4B7A}" dt="2025-08-25T13:56:14.493" v="560" actId="1076"/>
        <pc:sldMkLst>
          <pc:docMk/>
          <pc:sldMk cId="3817903410" sldId="269"/>
        </pc:sldMkLst>
      </pc:sldChg>
    </pc:docChg>
  </pc:docChgLst>
  <pc:docChgLst>
    <pc:chgData name="#CUI SHUAIWEN#" userId="35a196ea-bcb8-475e-86cf-0b9eaca8a48f" providerId="ADAL" clId="{2352CBD9-A54C-488E-9E22-2B1989126505}"/>
    <pc:docChg chg="undo custSel addSld delSld modSld">
      <pc:chgData name="#CUI SHUAIWEN#" userId="35a196ea-bcb8-475e-86cf-0b9eaca8a48f" providerId="ADAL" clId="{2352CBD9-A54C-488E-9E22-2B1989126505}" dt="2025-08-18T06:51:23.212" v="562" actId="1076"/>
      <pc:docMkLst>
        <pc:docMk/>
      </pc:docMkLst>
      <pc:sldChg chg="addSp delSp modSp mod">
        <pc:chgData name="#CUI SHUAIWEN#" userId="35a196ea-bcb8-475e-86cf-0b9eaca8a48f" providerId="ADAL" clId="{2352CBD9-A54C-488E-9E22-2B1989126505}" dt="2025-08-18T06:39:49.470" v="269" actId="20577"/>
        <pc:sldMkLst>
          <pc:docMk/>
          <pc:sldMk cId="3080595037" sldId="257"/>
        </pc:sldMkLst>
      </pc:sldChg>
      <pc:sldChg chg="addSp delSp modSp mod">
        <pc:chgData name="#CUI SHUAIWEN#" userId="35a196ea-bcb8-475e-86cf-0b9eaca8a48f" providerId="ADAL" clId="{2352CBD9-A54C-488E-9E22-2B1989126505}" dt="2025-08-18T06:34:54.191" v="28" actId="478"/>
        <pc:sldMkLst>
          <pc:docMk/>
          <pc:sldMk cId="1897986182" sldId="259"/>
        </pc:sldMkLst>
      </pc:sldChg>
      <pc:sldChg chg="delSp modSp add del mod">
        <pc:chgData name="#CUI SHUAIWEN#" userId="35a196ea-bcb8-475e-86cf-0b9eaca8a48f" providerId="ADAL" clId="{2352CBD9-A54C-488E-9E22-2B1989126505}" dt="2025-08-18T06:39:53.650" v="270" actId="47"/>
        <pc:sldMkLst>
          <pc:docMk/>
          <pc:sldMk cId="632224734" sldId="260"/>
        </pc:sldMkLst>
      </pc:sldChg>
      <pc:sldChg chg="addSp delSp modSp add mod">
        <pc:chgData name="#CUI SHUAIWEN#" userId="35a196ea-bcb8-475e-86cf-0b9eaca8a48f" providerId="ADAL" clId="{2352CBD9-A54C-488E-9E22-2B1989126505}" dt="2025-08-18T06:51:23.212" v="562" actId="1076"/>
        <pc:sldMkLst>
          <pc:docMk/>
          <pc:sldMk cId="4292458085" sldId="260"/>
        </pc:sldMkLst>
      </pc:sldChg>
    </pc:docChg>
  </pc:docChgLst>
  <pc:docChgLst>
    <pc:chgData name="#CUI SHUAIWEN#" userId="35a196ea-bcb8-475e-86cf-0b9eaca8a48f" providerId="ADAL" clId="{4D8D382B-DDFF-455F-B5ED-E854E938891F}"/>
    <pc:docChg chg="undo custSel addSld delSld modSld">
      <pc:chgData name="#CUI SHUAIWEN#" userId="35a196ea-bcb8-475e-86cf-0b9eaca8a48f" providerId="ADAL" clId="{4D8D382B-DDFF-455F-B5ED-E854E938891F}" dt="2025-10-28T02:23:38.600" v="293" actId="47"/>
      <pc:docMkLst>
        <pc:docMk/>
      </pc:docMkLst>
      <pc:sldChg chg="modSp add del mod">
        <pc:chgData name="#CUI SHUAIWEN#" userId="35a196ea-bcb8-475e-86cf-0b9eaca8a48f" providerId="ADAL" clId="{4D8D382B-DDFF-455F-B5ED-E854E938891F}" dt="2025-10-28T02:23:38.600" v="293" actId="47"/>
        <pc:sldMkLst>
          <pc:docMk/>
          <pc:sldMk cId="3465716937" sldId="258"/>
        </pc:sldMkLst>
        <pc:spChg chg="mod">
          <ac:chgData name="#CUI SHUAIWEN#" userId="35a196ea-bcb8-475e-86cf-0b9eaca8a48f" providerId="ADAL" clId="{4D8D382B-DDFF-455F-B5ED-E854E938891F}" dt="2025-10-28T02:23:05.069" v="285" actId="27636"/>
          <ac:spMkLst>
            <pc:docMk/>
            <pc:sldMk cId="3465716937" sldId="258"/>
            <ac:spMk id="4" creationId="{DB1D33A2-2CD9-BF4B-B9DF-3743A6A7E450}"/>
          </ac:spMkLst>
        </pc:spChg>
      </pc:sldChg>
      <pc:sldChg chg="modSp add del mod">
        <pc:chgData name="#CUI SHUAIWEN#" userId="35a196ea-bcb8-475e-86cf-0b9eaca8a48f" providerId="ADAL" clId="{4D8D382B-DDFF-455F-B5ED-E854E938891F}" dt="2025-10-28T02:23:38.600" v="293" actId="47"/>
        <pc:sldMkLst>
          <pc:docMk/>
          <pc:sldMk cId="3337011541" sldId="263"/>
        </pc:sldMkLst>
        <pc:spChg chg="mod">
          <ac:chgData name="#CUI SHUAIWEN#" userId="35a196ea-bcb8-475e-86cf-0b9eaca8a48f" providerId="ADAL" clId="{4D8D382B-DDFF-455F-B5ED-E854E938891F}" dt="2025-10-28T02:23:05.056" v="283" actId="27636"/>
          <ac:spMkLst>
            <pc:docMk/>
            <pc:sldMk cId="3337011541" sldId="263"/>
            <ac:spMk id="2" creationId="{02B18FDE-1141-8FEB-3DC1-4C357CBF5E8B}"/>
          </ac:spMkLst>
        </pc:spChg>
      </pc:sldChg>
      <pc:sldChg chg="modSp add del mod">
        <pc:chgData name="#CUI SHUAIWEN#" userId="35a196ea-bcb8-475e-86cf-0b9eaca8a48f" providerId="ADAL" clId="{4D8D382B-DDFF-455F-B5ED-E854E938891F}" dt="2025-10-28T02:23:38.600" v="293" actId="47"/>
        <pc:sldMkLst>
          <pc:docMk/>
          <pc:sldMk cId="3492187387" sldId="265"/>
        </pc:sldMkLst>
        <pc:spChg chg="mod">
          <ac:chgData name="#CUI SHUAIWEN#" userId="35a196ea-bcb8-475e-86cf-0b9eaca8a48f" providerId="ADAL" clId="{4D8D382B-DDFF-455F-B5ED-E854E938891F}" dt="2025-10-28T02:23:05.084" v="291" actId="27636"/>
          <ac:spMkLst>
            <pc:docMk/>
            <pc:sldMk cId="3492187387" sldId="265"/>
            <ac:spMk id="2" creationId="{39CD7984-ECFE-68B6-BB9C-FE4C2D5A6D48}"/>
          </ac:spMkLst>
        </pc:spChg>
      </pc:sldChg>
      <pc:sldChg chg="addSp modSp">
        <pc:chgData name="#CUI SHUAIWEN#" userId="35a196ea-bcb8-475e-86cf-0b9eaca8a48f" providerId="ADAL" clId="{4D8D382B-DDFF-455F-B5ED-E854E938891F}" dt="2025-10-28T02:22:30.191" v="281"/>
        <pc:sldMkLst>
          <pc:docMk/>
          <pc:sldMk cId="3998120187" sldId="315"/>
        </pc:sldMkLst>
        <pc:spChg chg="add mod">
          <ac:chgData name="#CUI SHUAIWEN#" userId="35a196ea-bcb8-475e-86cf-0b9eaca8a48f" providerId="ADAL" clId="{4D8D382B-DDFF-455F-B5ED-E854E938891F}" dt="2025-10-28T02:22:30.191" v="281"/>
          <ac:spMkLst>
            <pc:docMk/>
            <pc:sldMk cId="3998120187" sldId="315"/>
            <ac:spMk id="2" creationId="{F6572966-8966-5577-A3F5-CEA68EB50839}"/>
          </ac:spMkLst>
        </pc:spChg>
        <pc:spChg chg="add mod">
          <ac:chgData name="#CUI SHUAIWEN#" userId="35a196ea-bcb8-475e-86cf-0b9eaca8a48f" providerId="ADAL" clId="{4D8D382B-DDFF-455F-B5ED-E854E938891F}" dt="2025-10-28T02:22:30.191" v="281"/>
          <ac:spMkLst>
            <pc:docMk/>
            <pc:sldMk cId="3998120187" sldId="315"/>
            <ac:spMk id="4" creationId="{D673A29B-7208-96A5-B9BE-46CC1E715DE7}"/>
          </ac:spMkLst>
        </pc:spChg>
      </pc:sldChg>
      <pc:sldChg chg="addSp delSp modSp add mod delAnim">
        <pc:chgData name="#CUI SHUAIWEN#" userId="35a196ea-bcb8-475e-86cf-0b9eaca8a48f" providerId="ADAL" clId="{4D8D382B-DDFF-455F-B5ED-E854E938891F}" dt="2025-10-21T01:32:49.866" v="110" actId="1076"/>
        <pc:sldMkLst>
          <pc:docMk/>
          <pc:sldMk cId="2401157614" sldId="319"/>
        </pc:sldMkLst>
        <pc:spChg chg="mod">
          <ac:chgData name="#CUI SHUAIWEN#" userId="35a196ea-bcb8-475e-86cf-0b9eaca8a48f" providerId="ADAL" clId="{4D8D382B-DDFF-455F-B5ED-E854E938891F}" dt="2025-10-21T01:29:13.619" v="5" actId="6549"/>
          <ac:spMkLst>
            <pc:docMk/>
            <pc:sldMk cId="2401157614" sldId="319"/>
            <ac:spMk id="2" creationId="{A194C92B-9B0C-2911-2099-98B6972DF7DD}"/>
          </ac:spMkLst>
        </pc:spChg>
        <pc:spChg chg="mod">
          <ac:chgData name="#CUI SHUAIWEN#" userId="35a196ea-bcb8-475e-86cf-0b9eaca8a48f" providerId="ADAL" clId="{4D8D382B-DDFF-455F-B5ED-E854E938891F}" dt="2025-10-21T01:29:45.311" v="50" actId="1076"/>
          <ac:spMkLst>
            <pc:docMk/>
            <pc:sldMk cId="2401157614" sldId="319"/>
            <ac:spMk id="5" creationId="{F0BB78AE-A5CD-CE2C-C7A0-7B47A8C2E1DC}"/>
          </ac:spMkLst>
        </pc:spChg>
        <pc:spChg chg="add">
          <ac:chgData name="#CUI SHUAIWEN#" userId="35a196ea-bcb8-475e-86cf-0b9eaca8a48f" providerId="ADAL" clId="{4D8D382B-DDFF-455F-B5ED-E854E938891F}" dt="2025-10-21T01:31:53.902" v="58" actId="11529"/>
          <ac:spMkLst>
            <pc:docMk/>
            <pc:sldMk cId="2401157614" sldId="319"/>
            <ac:spMk id="7" creationId="{40387F8A-C205-EE81-38C8-FD51E25F1703}"/>
          </ac:spMkLst>
        </pc:spChg>
        <pc:spChg chg="add mod">
          <ac:chgData name="#CUI SHUAIWEN#" userId="35a196ea-bcb8-475e-86cf-0b9eaca8a48f" providerId="ADAL" clId="{4D8D382B-DDFF-455F-B5ED-E854E938891F}" dt="2025-10-21T01:31:58.931" v="60" actId="1076"/>
          <ac:spMkLst>
            <pc:docMk/>
            <pc:sldMk cId="2401157614" sldId="319"/>
            <ac:spMk id="8" creationId="{408B5F82-0650-C39E-AA12-7F8D01DA60CF}"/>
          </ac:spMkLst>
        </pc:spChg>
        <pc:spChg chg="add mod">
          <ac:chgData name="#CUI SHUAIWEN#" userId="35a196ea-bcb8-475e-86cf-0b9eaca8a48f" providerId="ADAL" clId="{4D8D382B-DDFF-455F-B5ED-E854E938891F}" dt="2025-10-21T01:32:15.066" v="86" actId="1076"/>
          <ac:spMkLst>
            <pc:docMk/>
            <pc:sldMk cId="2401157614" sldId="319"/>
            <ac:spMk id="9" creationId="{D29A6DFE-A8B6-7299-BBE5-5D2806D3E405}"/>
          </ac:spMkLst>
        </pc:spChg>
        <pc:spChg chg="add mod">
          <ac:chgData name="#CUI SHUAIWEN#" userId="35a196ea-bcb8-475e-86cf-0b9eaca8a48f" providerId="ADAL" clId="{4D8D382B-DDFF-455F-B5ED-E854E938891F}" dt="2025-10-21T01:32:22.758" v="96"/>
          <ac:spMkLst>
            <pc:docMk/>
            <pc:sldMk cId="2401157614" sldId="319"/>
            <ac:spMk id="10" creationId="{47B54C72-B71D-42B4-0C38-376AE03FEF11}"/>
          </ac:spMkLst>
        </pc:spChg>
        <pc:spChg chg="add mod">
          <ac:chgData name="#CUI SHUAIWEN#" userId="35a196ea-bcb8-475e-86cf-0b9eaca8a48f" providerId="ADAL" clId="{4D8D382B-DDFF-455F-B5ED-E854E938891F}" dt="2025-10-21T01:32:49.866" v="110" actId="1076"/>
          <ac:spMkLst>
            <pc:docMk/>
            <pc:sldMk cId="2401157614" sldId="319"/>
            <ac:spMk id="11" creationId="{7E0E7BFB-6DD8-8DAB-FD41-1E63A6FC0BF3}"/>
          </ac:spMkLst>
        </pc:spChg>
        <pc:picChg chg="add mod ord">
          <ac:chgData name="#CUI SHUAIWEN#" userId="35a196ea-bcb8-475e-86cf-0b9eaca8a48f" providerId="ADAL" clId="{4D8D382B-DDFF-455F-B5ED-E854E938891F}" dt="2025-10-21T01:31:42.105" v="57" actId="1076"/>
          <ac:picMkLst>
            <pc:docMk/>
            <pc:sldMk cId="2401157614" sldId="319"/>
            <ac:picMk id="6" creationId="{4B60D173-5555-4C1D-A1C4-95CC68702676}"/>
          </ac:picMkLst>
        </pc:picChg>
      </pc:sldChg>
      <pc:sldChg chg="addSp delSp modSp add mod">
        <pc:chgData name="#CUI SHUAIWEN#" userId="35a196ea-bcb8-475e-86cf-0b9eaca8a48f" providerId="ADAL" clId="{4D8D382B-DDFF-455F-B5ED-E854E938891F}" dt="2025-10-28T01:00:04.922" v="223" actId="478"/>
        <pc:sldMkLst>
          <pc:docMk/>
          <pc:sldMk cId="2737140562" sldId="320"/>
        </pc:sldMkLst>
        <pc:spChg chg="mod">
          <ac:chgData name="#CUI SHUAIWEN#" userId="35a196ea-bcb8-475e-86cf-0b9eaca8a48f" providerId="ADAL" clId="{4D8D382B-DDFF-455F-B5ED-E854E938891F}" dt="2025-10-28T00:52:10.123" v="112" actId="20577"/>
          <ac:spMkLst>
            <pc:docMk/>
            <pc:sldMk cId="2737140562" sldId="320"/>
            <ac:spMk id="2" creationId="{2428CCD4-FFA0-50D4-C123-3AF414A9F27B}"/>
          </ac:spMkLst>
        </pc:spChg>
        <pc:spChg chg="mod">
          <ac:chgData name="#CUI SHUAIWEN#" userId="35a196ea-bcb8-475e-86cf-0b9eaca8a48f" providerId="ADAL" clId="{4D8D382B-DDFF-455F-B5ED-E854E938891F}" dt="2025-10-28T00:52:12.346" v="113" actId="20577"/>
          <ac:spMkLst>
            <pc:docMk/>
            <pc:sldMk cId="2737140562" sldId="320"/>
            <ac:spMk id="5" creationId="{DD3D9926-D6B4-0DA6-AA8E-A27ED3482108}"/>
          </ac:spMkLst>
        </pc:spChg>
        <pc:spChg chg="del mod">
          <ac:chgData name="#CUI SHUAIWEN#" userId="35a196ea-bcb8-475e-86cf-0b9eaca8a48f" providerId="ADAL" clId="{4D8D382B-DDFF-455F-B5ED-E854E938891F}" dt="2025-10-28T00:57:38.937" v="159" actId="478"/>
          <ac:spMkLst>
            <pc:docMk/>
            <pc:sldMk cId="2737140562" sldId="320"/>
            <ac:spMk id="7" creationId="{4FC8C18E-FAB3-C1AA-0A5C-4D9F4EE8EE9C}"/>
          </ac:spMkLst>
        </pc:spChg>
        <pc:spChg chg="del mod">
          <ac:chgData name="#CUI SHUAIWEN#" userId="35a196ea-bcb8-475e-86cf-0b9eaca8a48f" providerId="ADAL" clId="{4D8D382B-DDFF-455F-B5ED-E854E938891F}" dt="2025-10-28T00:57:38.217" v="158" actId="478"/>
          <ac:spMkLst>
            <pc:docMk/>
            <pc:sldMk cId="2737140562" sldId="320"/>
            <ac:spMk id="8" creationId="{38A25213-3112-28DD-E898-D22B784A1949}"/>
          </ac:spMkLst>
        </pc:spChg>
        <pc:spChg chg="del mod">
          <ac:chgData name="#CUI SHUAIWEN#" userId="35a196ea-bcb8-475e-86cf-0b9eaca8a48f" providerId="ADAL" clId="{4D8D382B-DDFF-455F-B5ED-E854E938891F}" dt="2025-10-28T01:00:04.922" v="223" actId="478"/>
          <ac:spMkLst>
            <pc:docMk/>
            <pc:sldMk cId="2737140562" sldId="320"/>
            <ac:spMk id="9" creationId="{7BAFB112-C6A9-2A77-C035-BCB6FD2E5F14}"/>
          </ac:spMkLst>
        </pc:spChg>
        <pc:spChg chg="mod">
          <ac:chgData name="#CUI SHUAIWEN#" userId="35a196ea-bcb8-475e-86cf-0b9eaca8a48f" providerId="ADAL" clId="{4D8D382B-DDFF-455F-B5ED-E854E938891F}" dt="2025-10-28T00:59:46.900" v="217" actId="20577"/>
          <ac:spMkLst>
            <pc:docMk/>
            <pc:sldMk cId="2737140562" sldId="320"/>
            <ac:spMk id="10" creationId="{D37BE8BA-3491-8E18-2C5F-63724711B75E}"/>
          </ac:spMkLst>
        </pc:spChg>
        <pc:spChg chg="del">
          <ac:chgData name="#CUI SHUAIWEN#" userId="35a196ea-bcb8-475e-86cf-0b9eaca8a48f" providerId="ADAL" clId="{4D8D382B-DDFF-455F-B5ED-E854E938891F}" dt="2025-10-28T00:52:17.400" v="115" actId="478"/>
          <ac:spMkLst>
            <pc:docMk/>
            <pc:sldMk cId="2737140562" sldId="320"/>
            <ac:spMk id="11" creationId="{DE9DDD13-BFE2-669E-5ED2-B6C6E5316313}"/>
          </ac:spMkLst>
        </pc:spChg>
        <pc:spChg chg="add mod">
          <ac:chgData name="#CUI SHUAIWEN#" userId="35a196ea-bcb8-475e-86cf-0b9eaca8a48f" providerId="ADAL" clId="{4D8D382B-DDFF-455F-B5ED-E854E938891F}" dt="2025-10-28T00:59:20.740" v="208" actId="1076"/>
          <ac:spMkLst>
            <pc:docMk/>
            <pc:sldMk cId="2737140562" sldId="320"/>
            <ac:spMk id="22" creationId="{8C79EE53-ABC8-831D-2B7C-CB456D10F2C6}"/>
          </ac:spMkLst>
        </pc:spChg>
        <pc:spChg chg="add mod">
          <ac:chgData name="#CUI SHUAIWEN#" userId="35a196ea-bcb8-475e-86cf-0b9eaca8a48f" providerId="ADAL" clId="{4D8D382B-DDFF-455F-B5ED-E854E938891F}" dt="2025-10-28T00:59:57.632" v="222" actId="20577"/>
          <ac:spMkLst>
            <pc:docMk/>
            <pc:sldMk cId="2737140562" sldId="320"/>
            <ac:spMk id="23" creationId="{15AB7E91-C84D-3C84-5F53-29B26B02EDF8}"/>
          </ac:spMkLst>
        </pc:spChg>
        <pc:picChg chg="add mod">
          <ac:chgData name="#CUI SHUAIWEN#" userId="35a196ea-bcb8-475e-86cf-0b9eaca8a48f" providerId="ADAL" clId="{4D8D382B-DDFF-455F-B5ED-E854E938891F}" dt="2025-10-28T00:54:19.511" v="122" actId="1076"/>
          <ac:picMkLst>
            <pc:docMk/>
            <pc:sldMk cId="2737140562" sldId="320"/>
            <ac:picMk id="4" creationId="{847014FC-C2E2-D34D-49A6-BD07303EE0A6}"/>
          </ac:picMkLst>
        </pc:picChg>
        <pc:picChg chg="del">
          <ac:chgData name="#CUI SHUAIWEN#" userId="35a196ea-bcb8-475e-86cf-0b9eaca8a48f" providerId="ADAL" clId="{4D8D382B-DDFF-455F-B5ED-E854E938891F}" dt="2025-10-28T00:52:16.167" v="114" actId="478"/>
          <ac:picMkLst>
            <pc:docMk/>
            <pc:sldMk cId="2737140562" sldId="320"/>
            <ac:picMk id="6" creationId="{8CF12207-5ABE-2CD0-F589-C2F1E4B32030}"/>
          </ac:picMkLst>
        </pc:picChg>
        <pc:picChg chg="add mod">
          <ac:chgData name="#CUI SHUAIWEN#" userId="35a196ea-bcb8-475e-86cf-0b9eaca8a48f" providerId="ADAL" clId="{4D8D382B-DDFF-455F-B5ED-E854E938891F}" dt="2025-10-28T00:58:20.660" v="172" actId="1076"/>
          <ac:picMkLst>
            <pc:docMk/>
            <pc:sldMk cId="2737140562" sldId="320"/>
            <ac:picMk id="13" creationId="{BEFC933C-28E1-06C8-5617-389D91734534}"/>
          </ac:picMkLst>
        </pc:picChg>
        <pc:picChg chg="add del mod">
          <ac:chgData name="#CUI SHUAIWEN#" userId="35a196ea-bcb8-475e-86cf-0b9eaca8a48f" providerId="ADAL" clId="{4D8D382B-DDFF-455F-B5ED-E854E938891F}" dt="2025-10-28T00:56:47.184" v="138" actId="478"/>
          <ac:picMkLst>
            <pc:docMk/>
            <pc:sldMk cId="2737140562" sldId="320"/>
            <ac:picMk id="15" creationId="{41408CD2-B7C3-FE00-7CDA-5EC00F2757A8}"/>
          </ac:picMkLst>
        </pc:picChg>
        <pc:picChg chg="add mod ord">
          <ac:chgData name="#CUI SHUAIWEN#" userId="35a196ea-bcb8-475e-86cf-0b9eaca8a48f" providerId="ADAL" clId="{4D8D382B-DDFF-455F-B5ED-E854E938891F}" dt="2025-10-28T00:58:19.496" v="171" actId="1076"/>
          <ac:picMkLst>
            <pc:docMk/>
            <pc:sldMk cId="2737140562" sldId="320"/>
            <ac:picMk id="17" creationId="{5E02607A-675F-1B6E-D2D5-872992930ABE}"/>
          </ac:picMkLst>
        </pc:picChg>
        <pc:picChg chg="add del mod">
          <ac:chgData name="#CUI SHUAIWEN#" userId="35a196ea-bcb8-475e-86cf-0b9eaca8a48f" providerId="ADAL" clId="{4D8D382B-DDFF-455F-B5ED-E854E938891F}" dt="2025-10-28T00:57:59.742" v="164" actId="478"/>
          <ac:picMkLst>
            <pc:docMk/>
            <pc:sldMk cId="2737140562" sldId="320"/>
            <ac:picMk id="19" creationId="{8969E09C-5597-F01A-15FB-5817F4AC803E}"/>
          </ac:picMkLst>
        </pc:picChg>
        <pc:picChg chg="add mod">
          <ac:chgData name="#CUI SHUAIWEN#" userId="35a196ea-bcb8-475e-86cf-0b9eaca8a48f" providerId="ADAL" clId="{4D8D382B-DDFF-455F-B5ED-E854E938891F}" dt="2025-10-28T00:58:53.063" v="180" actId="1076"/>
          <ac:picMkLst>
            <pc:docMk/>
            <pc:sldMk cId="2737140562" sldId="320"/>
            <ac:picMk id="21" creationId="{2A79AB80-43B4-8BE0-D12D-10F59C345B20}"/>
          </ac:picMkLst>
        </pc:picChg>
      </pc:sldChg>
      <pc:sldChg chg="addSp delSp modSp add mod">
        <pc:chgData name="#CUI SHUAIWEN#" userId="35a196ea-bcb8-475e-86cf-0b9eaca8a48f" providerId="ADAL" clId="{4D8D382B-DDFF-455F-B5ED-E854E938891F}" dt="2025-10-28T02:21:06.971" v="279" actId="1076"/>
        <pc:sldMkLst>
          <pc:docMk/>
          <pc:sldMk cId="3180073989" sldId="321"/>
        </pc:sldMkLst>
        <pc:spChg chg="add mod">
          <ac:chgData name="#CUI SHUAIWEN#" userId="35a196ea-bcb8-475e-86cf-0b9eaca8a48f" providerId="ADAL" clId="{4D8D382B-DDFF-455F-B5ED-E854E938891F}" dt="2025-10-28T02:20:06.210" v="232" actId="1076"/>
          <ac:spMkLst>
            <pc:docMk/>
            <pc:sldMk cId="3180073989" sldId="321"/>
            <ac:spMk id="3" creationId="{A271519B-E2CF-2CB6-BF0C-5B283CE2F6B2}"/>
          </ac:spMkLst>
        </pc:spChg>
        <pc:spChg chg="add mod">
          <ac:chgData name="#CUI SHUAIWEN#" userId="35a196ea-bcb8-475e-86cf-0b9eaca8a48f" providerId="ADAL" clId="{4D8D382B-DDFF-455F-B5ED-E854E938891F}" dt="2025-10-28T02:20:18.179" v="244" actId="20577"/>
          <ac:spMkLst>
            <pc:docMk/>
            <pc:sldMk cId="3180073989" sldId="321"/>
            <ac:spMk id="6" creationId="{8D545D99-36E7-E9E4-67C5-E04F8C00CE45}"/>
          </ac:spMkLst>
        </pc:spChg>
        <pc:spChg chg="add mod">
          <ac:chgData name="#CUI SHUAIWEN#" userId="35a196ea-bcb8-475e-86cf-0b9eaca8a48f" providerId="ADAL" clId="{4D8D382B-DDFF-455F-B5ED-E854E938891F}" dt="2025-10-28T02:20:22.297" v="247" actId="1076"/>
          <ac:spMkLst>
            <pc:docMk/>
            <pc:sldMk cId="3180073989" sldId="321"/>
            <ac:spMk id="7" creationId="{80C4B555-534A-9395-DBDB-33BC60AB744C}"/>
          </ac:spMkLst>
        </pc:spChg>
        <pc:spChg chg="add mod">
          <ac:chgData name="#CUI SHUAIWEN#" userId="35a196ea-bcb8-475e-86cf-0b9eaca8a48f" providerId="ADAL" clId="{4D8D382B-DDFF-455F-B5ED-E854E938891F}" dt="2025-10-28T02:20:24.484" v="248"/>
          <ac:spMkLst>
            <pc:docMk/>
            <pc:sldMk cId="3180073989" sldId="321"/>
            <ac:spMk id="8" creationId="{80D2CA37-87A8-7979-F210-8813C2D4F474}"/>
          </ac:spMkLst>
        </pc:spChg>
        <pc:spChg chg="add mod">
          <ac:chgData name="#CUI SHUAIWEN#" userId="35a196ea-bcb8-475e-86cf-0b9eaca8a48f" providerId="ADAL" clId="{4D8D382B-DDFF-455F-B5ED-E854E938891F}" dt="2025-10-28T02:20:24.484" v="248"/>
          <ac:spMkLst>
            <pc:docMk/>
            <pc:sldMk cId="3180073989" sldId="321"/>
            <ac:spMk id="9" creationId="{49AEE363-B4F2-AA28-8C85-41628F52AD02}"/>
          </ac:spMkLst>
        </pc:spChg>
        <pc:spChg chg="del">
          <ac:chgData name="#CUI SHUAIWEN#" userId="35a196ea-bcb8-475e-86cf-0b9eaca8a48f" providerId="ADAL" clId="{4D8D382B-DDFF-455F-B5ED-E854E938891F}" dt="2025-10-28T02:19:53.788" v="230" actId="478"/>
          <ac:spMkLst>
            <pc:docMk/>
            <pc:sldMk cId="3180073989" sldId="321"/>
            <ac:spMk id="10" creationId="{622A5BB9-0BEC-61C6-20B0-9A02445E4C20}"/>
          </ac:spMkLst>
        </pc:spChg>
        <pc:spChg chg="add mod">
          <ac:chgData name="#CUI SHUAIWEN#" userId="35a196ea-bcb8-475e-86cf-0b9eaca8a48f" providerId="ADAL" clId="{4D8D382B-DDFF-455F-B5ED-E854E938891F}" dt="2025-10-28T02:20:31.191" v="250" actId="1076"/>
          <ac:spMkLst>
            <pc:docMk/>
            <pc:sldMk cId="3180073989" sldId="321"/>
            <ac:spMk id="11" creationId="{5ED7B637-F585-9F57-E655-9DF1A7A53FED}"/>
          </ac:spMkLst>
        </pc:spChg>
        <pc:spChg chg="add mod">
          <ac:chgData name="#CUI SHUAIWEN#" userId="35a196ea-bcb8-475e-86cf-0b9eaca8a48f" providerId="ADAL" clId="{4D8D382B-DDFF-455F-B5ED-E854E938891F}" dt="2025-10-28T02:20:36.610" v="256" actId="20577"/>
          <ac:spMkLst>
            <pc:docMk/>
            <pc:sldMk cId="3180073989" sldId="321"/>
            <ac:spMk id="12" creationId="{5DC5D886-B62B-8355-6582-18C1B3D0835B}"/>
          </ac:spMkLst>
        </pc:spChg>
        <pc:spChg chg="add mod">
          <ac:chgData name="#CUI SHUAIWEN#" userId="35a196ea-bcb8-475e-86cf-0b9eaca8a48f" providerId="ADAL" clId="{4D8D382B-DDFF-455F-B5ED-E854E938891F}" dt="2025-10-28T02:20:43.224" v="258" actId="1076"/>
          <ac:spMkLst>
            <pc:docMk/>
            <pc:sldMk cId="3180073989" sldId="321"/>
            <ac:spMk id="14" creationId="{F6572966-8966-5577-A3F5-CEA68EB50839}"/>
          </ac:spMkLst>
        </pc:spChg>
        <pc:spChg chg="add mod">
          <ac:chgData name="#CUI SHUAIWEN#" userId="35a196ea-bcb8-475e-86cf-0b9eaca8a48f" providerId="ADAL" clId="{4D8D382B-DDFF-455F-B5ED-E854E938891F}" dt="2025-10-28T02:20:47.719" v="264" actId="20577"/>
          <ac:spMkLst>
            <pc:docMk/>
            <pc:sldMk cId="3180073989" sldId="321"/>
            <ac:spMk id="15" creationId="{D673A29B-7208-96A5-B9BE-46CC1E715DE7}"/>
          </ac:spMkLst>
        </pc:spChg>
        <pc:spChg chg="add mod">
          <ac:chgData name="#CUI SHUAIWEN#" userId="35a196ea-bcb8-475e-86cf-0b9eaca8a48f" providerId="ADAL" clId="{4D8D382B-DDFF-455F-B5ED-E854E938891F}" dt="2025-10-28T02:21:06.971" v="279" actId="1076"/>
          <ac:spMkLst>
            <pc:docMk/>
            <pc:sldMk cId="3180073989" sldId="321"/>
            <ac:spMk id="16" creationId="{85BF645E-A157-C471-23DB-5D992983C900}"/>
          </ac:spMkLst>
        </pc:spChg>
        <pc:spChg chg="add mod">
          <ac:chgData name="#CUI SHUAIWEN#" userId="35a196ea-bcb8-475e-86cf-0b9eaca8a48f" providerId="ADAL" clId="{4D8D382B-DDFF-455F-B5ED-E854E938891F}" dt="2025-10-28T02:21:06.971" v="279" actId="1076"/>
          <ac:spMkLst>
            <pc:docMk/>
            <pc:sldMk cId="3180073989" sldId="321"/>
            <ac:spMk id="18" creationId="{5BABA637-F4F8-2559-B8BE-82C9C5E2F991}"/>
          </ac:spMkLst>
        </pc:spChg>
        <pc:spChg chg="del">
          <ac:chgData name="#CUI SHUAIWEN#" userId="35a196ea-bcb8-475e-86cf-0b9eaca8a48f" providerId="ADAL" clId="{4D8D382B-DDFF-455F-B5ED-E854E938891F}" dt="2025-10-28T02:19:50.707" v="227" actId="478"/>
          <ac:spMkLst>
            <pc:docMk/>
            <pc:sldMk cId="3180073989" sldId="321"/>
            <ac:spMk id="22" creationId="{E591B22C-6AE4-C14F-BA2A-48DAA37576F3}"/>
          </ac:spMkLst>
        </pc:spChg>
        <pc:spChg chg="del">
          <ac:chgData name="#CUI SHUAIWEN#" userId="35a196ea-bcb8-475e-86cf-0b9eaca8a48f" providerId="ADAL" clId="{4D8D382B-DDFF-455F-B5ED-E854E938891F}" dt="2025-10-28T02:19:52.393" v="229" actId="478"/>
          <ac:spMkLst>
            <pc:docMk/>
            <pc:sldMk cId="3180073989" sldId="321"/>
            <ac:spMk id="23" creationId="{58EAD773-6DD7-0A06-3D3B-3F9ADDA679DE}"/>
          </ac:spMkLst>
        </pc:spChg>
        <pc:picChg chg="del">
          <ac:chgData name="#CUI SHUAIWEN#" userId="35a196ea-bcb8-475e-86cf-0b9eaca8a48f" providerId="ADAL" clId="{4D8D382B-DDFF-455F-B5ED-E854E938891F}" dt="2025-10-28T02:19:49.420" v="226" actId="478"/>
          <ac:picMkLst>
            <pc:docMk/>
            <pc:sldMk cId="3180073989" sldId="321"/>
            <ac:picMk id="13" creationId="{2E6195C4-4105-0058-BD09-DD7FCB044B84}"/>
          </ac:picMkLst>
        </pc:picChg>
        <pc:picChg chg="del">
          <ac:chgData name="#CUI SHUAIWEN#" userId="35a196ea-bcb8-475e-86cf-0b9eaca8a48f" providerId="ADAL" clId="{4D8D382B-DDFF-455F-B5ED-E854E938891F}" dt="2025-10-28T02:19:51.358" v="228" actId="478"/>
          <ac:picMkLst>
            <pc:docMk/>
            <pc:sldMk cId="3180073989" sldId="321"/>
            <ac:picMk id="17" creationId="{1A42142E-E39B-6106-B021-C4F884EDC1FD}"/>
          </ac:picMkLst>
        </pc:picChg>
        <pc:picChg chg="del">
          <ac:chgData name="#CUI SHUAIWEN#" userId="35a196ea-bcb8-475e-86cf-0b9eaca8a48f" providerId="ADAL" clId="{4D8D382B-DDFF-455F-B5ED-E854E938891F}" dt="2025-10-28T02:19:48.973" v="225" actId="478"/>
          <ac:picMkLst>
            <pc:docMk/>
            <pc:sldMk cId="3180073989" sldId="321"/>
            <ac:picMk id="21" creationId="{82B01F67-4434-CC4F-4704-5F4E594FD2E4}"/>
          </ac:picMkLst>
        </pc:picChg>
      </pc:sldChg>
      <pc:sldChg chg="modSp add del mod">
        <pc:chgData name="#CUI SHUAIWEN#" userId="35a196ea-bcb8-475e-86cf-0b9eaca8a48f" providerId="ADAL" clId="{4D8D382B-DDFF-455F-B5ED-E854E938891F}" dt="2025-10-28T02:23:38.600" v="293" actId="47"/>
        <pc:sldMkLst>
          <pc:docMk/>
          <pc:sldMk cId="1199951631" sldId="322"/>
        </pc:sldMkLst>
        <pc:spChg chg="mod">
          <ac:chgData name="#CUI SHUAIWEN#" userId="35a196ea-bcb8-475e-86cf-0b9eaca8a48f" providerId="ADAL" clId="{4D8D382B-DDFF-455F-B5ED-E854E938891F}" dt="2025-10-28T02:23:05.065" v="284" actId="27636"/>
          <ac:spMkLst>
            <pc:docMk/>
            <pc:sldMk cId="1199951631" sldId="322"/>
            <ac:spMk id="4" creationId="{E512531D-78D3-EFD8-EF53-7A1D28B66B29}"/>
          </ac:spMkLst>
        </pc:spChg>
      </pc:sldChg>
      <pc:sldChg chg="modSp add del mod">
        <pc:chgData name="#CUI SHUAIWEN#" userId="35a196ea-bcb8-475e-86cf-0b9eaca8a48f" providerId="ADAL" clId="{4D8D382B-DDFF-455F-B5ED-E854E938891F}" dt="2025-10-28T02:23:38.600" v="293" actId="47"/>
        <pc:sldMkLst>
          <pc:docMk/>
          <pc:sldMk cId="4183573685" sldId="323"/>
        </pc:sldMkLst>
        <pc:spChg chg="mod">
          <ac:chgData name="#CUI SHUAIWEN#" userId="35a196ea-bcb8-475e-86cf-0b9eaca8a48f" providerId="ADAL" clId="{4D8D382B-DDFF-455F-B5ED-E854E938891F}" dt="2025-10-28T02:23:05.075" v="287" actId="27636"/>
          <ac:spMkLst>
            <pc:docMk/>
            <pc:sldMk cId="4183573685" sldId="323"/>
            <ac:spMk id="2" creationId="{693EFD79-C77A-93DE-A841-5CE2089C1290}"/>
          </ac:spMkLst>
        </pc:spChg>
        <pc:spChg chg="mod">
          <ac:chgData name="#CUI SHUAIWEN#" userId="35a196ea-bcb8-475e-86cf-0b9eaca8a48f" providerId="ADAL" clId="{4D8D382B-DDFF-455F-B5ED-E854E938891F}" dt="2025-10-28T02:23:05.075" v="286" actId="27636"/>
          <ac:spMkLst>
            <pc:docMk/>
            <pc:sldMk cId="4183573685" sldId="323"/>
            <ac:spMk id="3" creationId="{A3E231C3-8088-C43B-FA26-859EB0EEBFCB}"/>
          </ac:spMkLst>
        </pc:spChg>
      </pc:sldChg>
      <pc:sldChg chg="modSp add del mod">
        <pc:chgData name="#CUI SHUAIWEN#" userId="35a196ea-bcb8-475e-86cf-0b9eaca8a48f" providerId="ADAL" clId="{4D8D382B-DDFF-455F-B5ED-E854E938891F}" dt="2025-10-28T02:23:38.600" v="293" actId="47"/>
        <pc:sldMkLst>
          <pc:docMk/>
          <pc:sldMk cId="3709926978" sldId="324"/>
        </pc:sldMkLst>
        <pc:spChg chg="mod">
          <ac:chgData name="#CUI SHUAIWEN#" userId="35a196ea-bcb8-475e-86cf-0b9eaca8a48f" providerId="ADAL" clId="{4D8D382B-DDFF-455F-B5ED-E854E938891F}" dt="2025-10-28T02:23:05.077" v="288" actId="27636"/>
          <ac:spMkLst>
            <pc:docMk/>
            <pc:sldMk cId="3709926978" sldId="324"/>
            <ac:spMk id="2" creationId="{D9D15216-E3E2-FA51-BCF4-CDBFDA815A0C}"/>
          </ac:spMkLst>
        </pc:spChg>
      </pc:sldChg>
      <pc:sldChg chg="modSp add del mod">
        <pc:chgData name="#CUI SHUAIWEN#" userId="35a196ea-bcb8-475e-86cf-0b9eaca8a48f" providerId="ADAL" clId="{4D8D382B-DDFF-455F-B5ED-E854E938891F}" dt="2025-10-28T02:23:38.600" v="293" actId="47"/>
        <pc:sldMkLst>
          <pc:docMk/>
          <pc:sldMk cId="3088910532" sldId="325"/>
        </pc:sldMkLst>
        <pc:spChg chg="mod">
          <ac:chgData name="#CUI SHUAIWEN#" userId="35a196ea-bcb8-475e-86cf-0b9eaca8a48f" providerId="ADAL" clId="{4D8D382B-DDFF-455F-B5ED-E854E938891F}" dt="2025-10-28T02:23:05.079" v="289" actId="27636"/>
          <ac:spMkLst>
            <pc:docMk/>
            <pc:sldMk cId="3088910532" sldId="325"/>
            <ac:spMk id="2" creationId="{4C7255B3-3788-B3C1-4408-444383333B0A}"/>
          </ac:spMkLst>
        </pc:spChg>
      </pc:sldChg>
      <pc:sldChg chg="modSp add del mod">
        <pc:chgData name="#CUI SHUAIWEN#" userId="35a196ea-bcb8-475e-86cf-0b9eaca8a48f" providerId="ADAL" clId="{4D8D382B-DDFF-455F-B5ED-E854E938891F}" dt="2025-10-28T02:23:38.600" v="293" actId="47"/>
        <pc:sldMkLst>
          <pc:docMk/>
          <pc:sldMk cId="2308674396" sldId="326"/>
        </pc:sldMkLst>
        <pc:spChg chg="mod">
          <ac:chgData name="#CUI SHUAIWEN#" userId="35a196ea-bcb8-475e-86cf-0b9eaca8a48f" providerId="ADAL" clId="{4D8D382B-DDFF-455F-B5ED-E854E938891F}" dt="2025-10-28T02:23:05.082" v="290" actId="27636"/>
          <ac:spMkLst>
            <pc:docMk/>
            <pc:sldMk cId="2308674396" sldId="326"/>
            <ac:spMk id="2" creationId="{9F0E94DB-102E-0F68-3BBE-DEF0675EC782}"/>
          </ac:spMkLst>
        </pc:spChg>
      </pc:sldChg>
      <pc:sldChg chg="modSp add del mod">
        <pc:chgData name="#CUI SHUAIWEN#" userId="35a196ea-bcb8-475e-86cf-0b9eaca8a48f" providerId="ADAL" clId="{4D8D382B-DDFF-455F-B5ED-E854E938891F}" dt="2025-10-28T02:23:38.600" v="293" actId="47"/>
        <pc:sldMkLst>
          <pc:docMk/>
          <pc:sldMk cId="3053737023" sldId="327"/>
        </pc:sldMkLst>
        <pc:spChg chg="mod">
          <ac:chgData name="#CUI SHUAIWEN#" userId="35a196ea-bcb8-475e-86cf-0b9eaca8a48f" providerId="ADAL" clId="{4D8D382B-DDFF-455F-B5ED-E854E938891F}" dt="2025-10-28T02:23:05.084" v="292" actId="27636"/>
          <ac:spMkLst>
            <pc:docMk/>
            <pc:sldMk cId="3053737023" sldId="327"/>
            <ac:spMk id="2" creationId="{08AE8757-789A-5D7F-D36F-C5239CB8B147}"/>
          </ac:spMkLst>
        </pc:spChg>
      </pc:sldChg>
    </pc:docChg>
  </pc:docChgLst>
  <pc:docChgLst>
    <pc:chgData name="#CUI SHUAIWEN#" userId="35a196ea-bcb8-475e-86cf-0b9eaca8a48f" providerId="ADAL" clId="{0A963640-DA11-4476-B662-3668F2BBFD10}"/>
    <pc:docChg chg="undo custSel addSld delSld modSld sldOrd">
      <pc:chgData name="#CUI SHUAIWEN#" userId="35a196ea-bcb8-475e-86cf-0b9eaca8a48f" providerId="ADAL" clId="{0A963640-DA11-4476-B662-3668F2BBFD10}" dt="2025-09-16T02:11:24.116" v="1353" actId="20577"/>
      <pc:docMkLst>
        <pc:docMk/>
      </pc:docMkLst>
      <pc:sldChg chg="addSp modSp del mod">
        <pc:chgData name="#CUI SHUAIWEN#" userId="35a196ea-bcb8-475e-86cf-0b9eaca8a48f" providerId="ADAL" clId="{0A963640-DA11-4476-B662-3668F2BBFD10}" dt="2025-09-16T02:08:44.032" v="1283" actId="47"/>
        <pc:sldMkLst>
          <pc:docMk/>
          <pc:sldMk cId="1946571660" sldId="280"/>
        </pc:sldMkLst>
      </pc:sldChg>
      <pc:sldChg chg="addSp delSp modSp add mod">
        <pc:chgData name="#CUI SHUAIWEN#" userId="35a196ea-bcb8-475e-86cf-0b9eaca8a48f" providerId="ADAL" clId="{0A963640-DA11-4476-B662-3668F2BBFD10}" dt="2025-09-16T02:10:14.835" v="1328" actId="20577"/>
        <pc:sldMkLst>
          <pc:docMk/>
          <pc:sldMk cId="368609131" sldId="305"/>
        </pc:sldMkLst>
      </pc:sldChg>
      <pc:sldChg chg="addSp delSp modSp add mod">
        <pc:chgData name="#CUI SHUAIWEN#" userId="35a196ea-bcb8-475e-86cf-0b9eaca8a48f" providerId="ADAL" clId="{0A963640-DA11-4476-B662-3668F2BBFD10}" dt="2025-09-16T02:05:06.695" v="1064"/>
        <pc:sldMkLst>
          <pc:docMk/>
          <pc:sldMk cId="2102464296" sldId="306"/>
        </pc:sldMkLst>
      </pc:sldChg>
      <pc:sldChg chg="addSp delSp modSp add mod ord">
        <pc:chgData name="#CUI SHUAIWEN#" userId="35a196ea-bcb8-475e-86cf-0b9eaca8a48f" providerId="ADAL" clId="{0A963640-DA11-4476-B662-3668F2BBFD10}" dt="2025-09-16T02:09:37.932" v="1299" actId="11529"/>
        <pc:sldMkLst>
          <pc:docMk/>
          <pc:sldMk cId="3511831332" sldId="307"/>
        </pc:sldMkLst>
      </pc:sldChg>
      <pc:sldChg chg="addSp delSp modSp add mod">
        <pc:chgData name="#CUI SHUAIWEN#" userId="35a196ea-bcb8-475e-86cf-0b9eaca8a48f" providerId="ADAL" clId="{0A963640-DA11-4476-B662-3668F2BBFD10}" dt="2025-09-16T02:11:24.116" v="1353" actId="20577"/>
        <pc:sldMkLst>
          <pc:docMk/>
          <pc:sldMk cId="308953199" sldId="308"/>
        </pc:sldMkLst>
      </pc:sldChg>
      <pc:sldChg chg="addSp delSp modSp add mod">
        <pc:chgData name="#CUI SHUAIWEN#" userId="35a196ea-bcb8-475e-86cf-0b9eaca8a48f" providerId="ADAL" clId="{0A963640-DA11-4476-B662-3668F2BBFD10}" dt="2025-09-16T01:49:25.111" v="856" actId="1076"/>
        <pc:sldMkLst>
          <pc:docMk/>
          <pc:sldMk cId="1823350634" sldId="309"/>
        </pc:sldMkLst>
      </pc:sldChg>
      <pc:sldChg chg="addSp delSp modSp add mod">
        <pc:chgData name="#CUI SHUAIWEN#" userId="35a196ea-bcb8-475e-86cf-0b9eaca8a48f" providerId="ADAL" clId="{0A963640-DA11-4476-B662-3668F2BBFD10}" dt="2025-09-16T01:52:48.021" v="910" actId="14100"/>
        <pc:sldMkLst>
          <pc:docMk/>
          <pc:sldMk cId="1422115227" sldId="310"/>
        </pc:sldMkLst>
      </pc:sldChg>
      <pc:sldChg chg="addSp delSp modSp add mod ord">
        <pc:chgData name="#CUI SHUAIWEN#" userId="35a196ea-bcb8-475e-86cf-0b9eaca8a48f" providerId="ADAL" clId="{0A963640-DA11-4476-B662-3668F2BBFD10}" dt="2025-09-16T01:58:01.129" v="999" actId="1076"/>
        <pc:sldMkLst>
          <pc:docMk/>
          <pc:sldMk cId="1696387493" sldId="311"/>
        </pc:sldMkLst>
      </pc:sldChg>
      <pc:sldChg chg="add">
        <pc:chgData name="#CUI SHUAIWEN#" userId="35a196ea-bcb8-475e-86cf-0b9eaca8a48f" providerId="ADAL" clId="{0A963640-DA11-4476-B662-3668F2BBFD10}" dt="2025-09-16T02:10:53.431" v="1329"/>
        <pc:sldMkLst>
          <pc:docMk/>
          <pc:sldMk cId="1959596423" sldId="312"/>
        </pc:sldMkLst>
      </pc:sldChg>
      <pc:sldChg chg="add">
        <pc:chgData name="#CUI SHUAIWEN#" userId="35a196ea-bcb8-475e-86cf-0b9eaca8a48f" providerId="ADAL" clId="{0A963640-DA11-4476-B662-3668F2BBFD10}" dt="2025-09-16T02:11:00.899" v="1330"/>
        <pc:sldMkLst>
          <pc:docMk/>
          <pc:sldMk cId="3309710374" sldId="313"/>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2.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dirty="0">
              <a:latin typeface="Arial"/>
            </a:endParaRPr>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B1EFC5B3-379E-EF40-A0D2-38E640436CC2}" type="datetimeFigureOut">
              <a:rPr lang="en-US" smtClean="0">
                <a:latin typeface="Arial"/>
              </a:rPr>
              <a:t>2/13/2026</a:t>
            </a:fld>
            <a:endParaRPr lang="en-US" dirty="0">
              <a:latin typeface="Arial"/>
            </a:endParaRPr>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dirty="0">
              <a:latin typeface="Arial"/>
            </a:endParaRPr>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5A029101-7F9C-2D47-B95D-7561785BF174}" type="slidenum">
              <a:rPr lang="en-US" smtClean="0">
                <a:latin typeface="Arial"/>
              </a:rPr>
              <a:t>‹#›</a:t>
            </a:fld>
            <a:endParaRPr lang="en-US" dirty="0">
              <a:latin typeface="Arial"/>
            </a:endParaRPr>
          </a:p>
        </p:txBody>
      </p:sp>
    </p:spTree>
    <p:extLst>
      <p:ext uri="{BB962C8B-B14F-4D97-AF65-F5344CB8AC3E}">
        <p14:creationId xmlns:p14="http://schemas.microsoft.com/office/powerpoint/2010/main" val="396117570"/>
      </p:ext>
    </p:extLst>
  </p:cSld>
  <p:clrMap bg1="lt1" tx1="dk1" bg2="lt2" tx2="dk2" accent1="accent1" accent2="accent2" accent3="accent3" accent4="accent4" accent5="accent5" accent6="accent6" hlink="hlink" folHlink="folHlink"/>
</p:handout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dirty="0"/>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9F1CC899-6CEC-9548-B06D-7E1EB6F78CA3}"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379240571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9F1CC899-6CEC-9548-B06D-7E1EB6F78CA3}"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149294310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457200" y="3305176"/>
            <a:ext cx="8229600" cy="1021556"/>
          </a:xfrm>
        </p:spPr>
        <p:txBody>
          <a:bodyPr anchor="t"/>
          <a:lstStyle>
            <a:lvl1pPr algn="l">
              <a:defRPr sz="4000" b="1" cap="all"/>
            </a:lvl1pPr>
          </a:lstStyle>
          <a:p>
            <a:r>
              <a:rPr lang="en-US" dirty="0"/>
              <a:t>Click to edit Master title style</a:t>
            </a:r>
          </a:p>
        </p:txBody>
      </p:sp>
      <p:sp>
        <p:nvSpPr>
          <p:cNvPr id="3" name="Text Placeholder 2"/>
          <p:cNvSpPr>
            <a:spLocks noGrp="1"/>
          </p:cNvSpPr>
          <p:nvPr>
            <p:ph type="body" idx="1"/>
          </p:nvPr>
        </p:nvSpPr>
        <p:spPr>
          <a:xfrm>
            <a:off x="457200" y="2180035"/>
            <a:ext cx="8229600" cy="1125140"/>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dirty="0"/>
              <a:t>Click to edit Master text styles</a:t>
            </a:r>
          </a:p>
        </p:txBody>
      </p:sp>
      <p:sp>
        <p:nvSpPr>
          <p:cNvPr id="4" name="Date Placeholder 3"/>
          <p:cNvSpPr>
            <a:spLocks noGrp="1"/>
          </p:cNvSpPr>
          <p:nvPr>
            <p:ph type="dt" sz="half" idx="10"/>
          </p:nvPr>
        </p:nvSpPr>
        <p:spPr/>
        <p:txBody>
          <a:bodyPr/>
          <a:lstStyle/>
          <a:p>
            <a:fld id="{9F1CC899-6CEC-9548-B06D-7E1EB6F78CA3}" type="datetimeFigureOut">
              <a:rPr lang="en-US" smtClean="0"/>
              <a:t>2/13/2026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242658415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9F1CC899-6CEC-9548-B06D-7E1EB6F78CA3}"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10615388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391245"/>
            <a:ext cx="4040188"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dirty="0"/>
              <a:t>Click to edit Master text styles</a:t>
            </a:r>
          </a:p>
        </p:txBody>
      </p:sp>
      <p:sp>
        <p:nvSpPr>
          <p:cNvPr id="4" name="Content Placeholder 3"/>
          <p:cNvSpPr>
            <a:spLocks noGrp="1"/>
          </p:cNvSpPr>
          <p:nvPr>
            <p:ph sz="half" idx="2"/>
          </p:nvPr>
        </p:nvSpPr>
        <p:spPr>
          <a:xfrm>
            <a:off x="457200" y="1871068"/>
            <a:ext cx="4040188" cy="272130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391245"/>
            <a:ext cx="4041775" cy="47982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6" y="1871068"/>
            <a:ext cx="4041775" cy="272130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7" name="Date Placeholder 6"/>
          <p:cNvSpPr>
            <a:spLocks noGrp="1"/>
          </p:cNvSpPr>
          <p:nvPr>
            <p:ph type="dt" sz="half" idx="10"/>
          </p:nvPr>
        </p:nvSpPr>
        <p:spPr/>
        <p:txBody>
          <a:bodyPr/>
          <a:lstStyle/>
          <a:p>
            <a:fld id="{9F1CC899-6CEC-9548-B06D-7E1EB6F78CA3}" type="datetimeFigureOut">
              <a:rPr lang="en-US" smtClean="0"/>
              <a:t>2/13/2026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29834906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9F1CC899-6CEC-9548-B06D-7E1EB6F78CA3}" type="datetimeFigureOut">
              <a:rPr lang="en-US" smtClean="0"/>
              <a:t>2/13/2026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19118491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F1CC899-6CEC-9548-B06D-7E1EB6F78CA3}" type="datetimeFigureOut">
              <a:rPr lang="en-US" smtClean="0"/>
              <a:t>2/13/2026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3064485600"/>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591463"/>
            <a:ext cx="3008313" cy="871538"/>
          </a:xfrm>
        </p:spPr>
        <p:txBody>
          <a:bodyPr anchor="b"/>
          <a:lstStyle>
            <a:lvl1pPr algn="l">
              <a:defRPr sz="2000" b="1"/>
            </a:lvl1pPr>
          </a:lstStyle>
          <a:p>
            <a:r>
              <a:rPr lang="en-US" dirty="0"/>
              <a:t>Click to edit Master title style</a:t>
            </a:r>
          </a:p>
        </p:txBody>
      </p:sp>
      <p:sp>
        <p:nvSpPr>
          <p:cNvPr id="3" name="Content Placeholder 2"/>
          <p:cNvSpPr>
            <a:spLocks noGrp="1"/>
          </p:cNvSpPr>
          <p:nvPr>
            <p:ph idx="1"/>
          </p:nvPr>
        </p:nvSpPr>
        <p:spPr>
          <a:xfrm>
            <a:off x="3575050" y="591464"/>
            <a:ext cx="5111750" cy="4048651"/>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Text Placeholder 3"/>
          <p:cNvSpPr>
            <a:spLocks noGrp="1"/>
          </p:cNvSpPr>
          <p:nvPr>
            <p:ph type="body" sz="half" idx="2"/>
          </p:nvPr>
        </p:nvSpPr>
        <p:spPr>
          <a:xfrm>
            <a:off x="457201" y="1593860"/>
            <a:ext cx="3008313" cy="3046254"/>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dirty="0"/>
              <a:t>Click to edit Master text styles</a:t>
            </a:r>
          </a:p>
        </p:txBody>
      </p:sp>
      <p:sp>
        <p:nvSpPr>
          <p:cNvPr id="5" name="Date Placeholder 4"/>
          <p:cNvSpPr>
            <a:spLocks noGrp="1"/>
          </p:cNvSpPr>
          <p:nvPr>
            <p:ph type="dt" sz="half" idx="10"/>
          </p:nvPr>
        </p:nvSpPr>
        <p:spPr/>
        <p:txBody>
          <a:bodyPr/>
          <a:lstStyle/>
          <a:p>
            <a:fld id="{9F1CC899-6CEC-9548-B06D-7E1EB6F78CA3}"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415777473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9F1CC899-6CEC-9548-B06D-7E1EB6F78CA3}" type="datetimeFigureOut">
              <a:rPr lang="en-US" smtClean="0"/>
              <a:t>2/13/2026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8E6562B1-0B0F-0246-9532-09536BC2AE59}" type="slidenum">
              <a:rPr lang="en-US" smtClean="0"/>
              <a:t>‹#›</a:t>
            </a:fld>
            <a:endParaRPr lang="en-US"/>
          </a:p>
        </p:txBody>
      </p:sp>
    </p:spTree>
    <p:extLst>
      <p:ext uri="{BB962C8B-B14F-4D97-AF65-F5344CB8AC3E}">
        <p14:creationId xmlns:p14="http://schemas.microsoft.com/office/powerpoint/2010/main" val="207289969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422724"/>
            <a:ext cx="8229600" cy="857250"/>
          </a:xfrm>
          <a:prstGeom prst="rect">
            <a:avLst/>
          </a:prstGeom>
        </p:spPr>
        <p:txBody>
          <a:bodyPr vert="horz" lIns="91440" tIns="45720" rIns="91440" bIns="45720" rtlCol="0" anchor="ctr">
            <a:normAutofit/>
          </a:bodyPr>
          <a:lstStyle/>
          <a:p>
            <a:r>
              <a:rPr lang="en-US" dirty="0"/>
              <a:t>Click to edit Master title style</a:t>
            </a:r>
          </a:p>
        </p:txBody>
      </p:sp>
      <p:sp>
        <p:nvSpPr>
          <p:cNvPr id="3" name="Text Placeholder 2"/>
          <p:cNvSpPr>
            <a:spLocks noGrp="1"/>
          </p:cNvSpPr>
          <p:nvPr>
            <p:ph type="body" idx="1"/>
          </p:nvPr>
        </p:nvSpPr>
        <p:spPr>
          <a:xfrm>
            <a:off x="457200" y="1416896"/>
            <a:ext cx="8229600" cy="2907092"/>
          </a:xfrm>
          <a:prstGeom prst="rect">
            <a:avLst/>
          </a:prstGeom>
        </p:spPr>
        <p:txBody>
          <a:bodyPr vert="horz" lIns="91440" tIns="45720" rIns="91440" bIns="45720" rtlCol="0">
            <a:normAutofit/>
          </a:bodyPr>
          <a:lstStyle/>
          <a:p>
            <a:pPr lvl="0"/>
            <a:r>
              <a:rPr lang="en-US" dirty="0"/>
              <a:t>Click to 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sp>
        <p:nvSpPr>
          <p:cNvPr id="4" name="Date Placeholder 3"/>
          <p:cNvSpPr>
            <a:spLocks noGrp="1"/>
          </p:cNvSpPr>
          <p:nvPr>
            <p:ph type="dt" sz="half" idx="2"/>
          </p:nvPr>
        </p:nvSpPr>
        <p:spPr>
          <a:xfrm>
            <a:off x="457200" y="4361530"/>
            <a:ext cx="2133600" cy="273844"/>
          </a:xfrm>
          <a:prstGeom prst="rect">
            <a:avLst/>
          </a:prstGeom>
        </p:spPr>
        <p:txBody>
          <a:bodyPr vert="horz" lIns="91440" tIns="45720" rIns="91440" bIns="45720" rtlCol="0" anchor="ctr"/>
          <a:lstStyle>
            <a:lvl1pPr algn="l">
              <a:defRPr sz="1200">
                <a:solidFill>
                  <a:schemeClr val="tx1">
                    <a:tint val="75000"/>
                  </a:schemeClr>
                </a:solidFill>
                <a:latin typeface="Arial"/>
              </a:defRPr>
            </a:lvl1pPr>
          </a:lstStyle>
          <a:p>
            <a:fld id="{9F1CC899-6CEC-9548-B06D-7E1EB6F78CA3}" type="datetimeFigureOut">
              <a:rPr lang="en-US" smtClean="0"/>
              <a:pPr/>
              <a:t>2/13/2026</a:t>
            </a:fld>
            <a:endParaRPr lang="en-US" dirty="0"/>
          </a:p>
        </p:txBody>
      </p:sp>
      <p:sp>
        <p:nvSpPr>
          <p:cNvPr id="5" name="Footer Placeholder 4"/>
          <p:cNvSpPr>
            <a:spLocks noGrp="1"/>
          </p:cNvSpPr>
          <p:nvPr>
            <p:ph type="ftr" sz="quarter" idx="3"/>
          </p:nvPr>
        </p:nvSpPr>
        <p:spPr>
          <a:xfrm>
            <a:off x="3124200" y="4361530"/>
            <a:ext cx="2895600" cy="273844"/>
          </a:xfrm>
          <a:prstGeom prst="rect">
            <a:avLst/>
          </a:prstGeom>
        </p:spPr>
        <p:txBody>
          <a:bodyPr vert="horz" lIns="91440" tIns="45720" rIns="91440" bIns="45720" rtlCol="0" anchor="ctr"/>
          <a:lstStyle>
            <a:lvl1pPr algn="ctr">
              <a:defRPr sz="1200">
                <a:solidFill>
                  <a:schemeClr val="tx1">
                    <a:tint val="75000"/>
                  </a:schemeClr>
                </a:solidFill>
                <a:latin typeface="Arial"/>
              </a:defRPr>
            </a:lvl1pPr>
          </a:lstStyle>
          <a:p>
            <a:endParaRPr lang="en-US" dirty="0"/>
          </a:p>
        </p:txBody>
      </p:sp>
      <p:sp>
        <p:nvSpPr>
          <p:cNvPr id="6" name="Slide Number Placeholder 5"/>
          <p:cNvSpPr>
            <a:spLocks noGrp="1"/>
          </p:cNvSpPr>
          <p:nvPr>
            <p:ph type="sldNum" sz="quarter" idx="4"/>
          </p:nvPr>
        </p:nvSpPr>
        <p:spPr>
          <a:xfrm>
            <a:off x="6553200" y="4361530"/>
            <a:ext cx="2133600" cy="273844"/>
          </a:xfrm>
          <a:prstGeom prst="rect">
            <a:avLst/>
          </a:prstGeom>
        </p:spPr>
        <p:txBody>
          <a:bodyPr vert="horz" lIns="91440" tIns="45720" rIns="91440" bIns="45720" rtlCol="0" anchor="ctr"/>
          <a:lstStyle>
            <a:lvl1pPr algn="r">
              <a:defRPr sz="1200" baseline="0">
                <a:solidFill>
                  <a:schemeClr val="tx1">
                    <a:tint val="75000"/>
                  </a:schemeClr>
                </a:solidFill>
                <a:latin typeface="Arial"/>
              </a:defRPr>
            </a:lvl1pPr>
          </a:lstStyle>
          <a:p>
            <a:fld id="{8E6562B1-0B0F-0246-9532-09536BC2AE59}" type="slidenum">
              <a:rPr lang="en-US" smtClean="0"/>
              <a:pPr/>
              <a:t>‹#›</a:t>
            </a:fld>
            <a:endParaRPr lang="en-US" dirty="0"/>
          </a:p>
        </p:txBody>
      </p:sp>
      <p:pic>
        <p:nvPicPr>
          <p:cNvPr id="7" name="Picture 6"/>
          <p:cNvPicPr>
            <a:picLocks noChangeAspect="1"/>
          </p:cNvPicPr>
          <p:nvPr userDrawn="1"/>
        </p:nvPicPr>
        <p:blipFill>
          <a:blip r:embed="rId11">
            <a:extLst>
              <a:ext uri="{28A0092B-C50C-407E-A947-70E740481C1C}">
                <a14:useLocalDpi xmlns:a14="http://schemas.microsoft.com/office/drawing/2010/main" val="0"/>
              </a:ext>
            </a:extLst>
          </a:blip>
          <a:stretch>
            <a:fillRect/>
          </a:stretch>
        </p:blipFill>
        <p:spPr>
          <a:xfrm>
            <a:off x="0" y="4872191"/>
            <a:ext cx="9144000" cy="286893"/>
          </a:xfrm>
          <a:prstGeom prst="rect">
            <a:avLst/>
          </a:prstGeom>
        </p:spPr>
      </p:pic>
    </p:spTree>
    <p:extLst>
      <p:ext uri="{BB962C8B-B14F-4D97-AF65-F5344CB8AC3E}">
        <p14:creationId xmlns:p14="http://schemas.microsoft.com/office/powerpoint/2010/main" val="67193094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Lst>
  <p:txStyles>
    <p:titleStyle>
      <a:lvl1pPr algn="l" defTabSz="457200" rtl="0" eaLnBrk="1" latinLnBrk="0" hangingPunct="1">
        <a:spcBef>
          <a:spcPct val="0"/>
        </a:spcBef>
        <a:buNone/>
        <a:defRPr sz="4400" kern="1200">
          <a:solidFill>
            <a:schemeClr val="tx1"/>
          </a:solidFill>
          <a:latin typeface="Arial"/>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Arial"/>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Arial"/>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Arial"/>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Arial"/>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Arial"/>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2.jp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2" Type="http://schemas.openxmlformats.org/officeDocument/2006/relationships/image" Target="../media/image6.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7.png"/><Relationship Id="rId2" Type="http://schemas.microsoft.com/office/2017/06/relationships/model3d" Target="../media/model3d1.glb"/><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8.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9.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video" Target="../media/media1.mp4"/><Relationship Id="rId1" Type="http://schemas.microsoft.com/office/2007/relationships/media" Target="../media/media1.mp4"/><Relationship Id="rId4" Type="http://schemas.openxmlformats.org/officeDocument/2006/relationships/image" Target="../media/image10.png"/></Relationships>
</file>

<file path=ppt/slides/_rels/slide21.xml.rels><?xml version="1.0" encoding="UTF-8" standalone="yes"?>
<Relationships xmlns="http://schemas.openxmlformats.org/package/2006/relationships"><Relationship Id="rId3" Type="http://schemas.openxmlformats.org/officeDocument/2006/relationships/image" Target="../media/image11.png"/><Relationship Id="rId2" Type="http://schemas.microsoft.com/office/2017/06/relationships/model3d" Target="../media/model3d2.glb"/><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showMasterSp="0">
  <p:cSld>
    <p:bg>
      <p:bgPr>
        <a:blipFill dpi="0" rotWithShape="1">
          <a:blip r:embed="rId2"/>
          <a:srcRect/>
          <a:stretch>
            <a:fillRect/>
          </a:stretch>
        </a:blipFill>
        <a:effectLst/>
      </p:bgPr>
    </p:bg>
    <p:spTree>
      <p:nvGrpSpPr>
        <p:cNvPr id="1" name=""/>
        <p:cNvGrpSpPr/>
        <p:nvPr/>
      </p:nvGrpSpPr>
      <p:grpSpPr>
        <a:xfrm>
          <a:off x="0" y="0"/>
          <a:ext cx="0" cy="0"/>
          <a:chOff x="0" y="0"/>
          <a:chExt cx="0" cy="0"/>
        </a:xfrm>
      </p:grpSpPr>
      <p:sp>
        <p:nvSpPr>
          <p:cNvPr id="2" name="Title 1"/>
          <p:cNvSpPr>
            <a:spLocks noGrp="1"/>
          </p:cNvSpPr>
          <p:nvPr>
            <p:ph type="ctrTitle"/>
          </p:nvPr>
        </p:nvSpPr>
        <p:spPr>
          <a:xfrm>
            <a:off x="368303" y="1189841"/>
            <a:ext cx="5336535" cy="1481170"/>
          </a:xfrm>
        </p:spPr>
        <p:txBody>
          <a:bodyPr>
            <a:normAutofit/>
          </a:bodyPr>
          <a:lstStyle/>
          <a:p>
            <a:r>
              <a:rPr lang="en-US" sz="3000" b="1" dirty="0">
                <a:solidFill>
                  <a:schemeClr val="bg1"/>
                </a:solidFill>
                <a:cs typeface="Arial"/>
              </a:rPr>
              <a:t>CV1711 ENGINEERING DRAWING &amp; 3D BUILD </a:t>
            </a:r>
            <a:br>
              <a:rPr lang="en-US" sz="3000" b="1" dirty="0">
                <a:solidFill>
                  <a:schemeClr val="bg1"/>
                </a:solidFill>
                <a:cs typeface="Arial"/>
              </a:rPr>
            </a:br>
            <a:r>
              <a:rPr lang="en-US" sz="3000" b="1" dirty="0">
                <a:solidFill>
                  <a:schemeClr val="bg1"/>
                </a:solidFill>
                <a:cs typeface="Arial"/>
              </a:rPr>
              <a:t>INFO MODEL (LAB)</a:t>
            </a:r>
          </a:p>
        </p:txBody>
      </p:sp>
    </p:spTree>
    <p:extLst>
      <p:ext uri="{BB962C8B-B14F-4D97-AF65-F5344CB8AC3E}">
        <p14:creationId xmlns:p14="http://schemas.microsoft.com/office/powerpoint/2010/main" val="189798618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167F608-D302-8513-6306-E5E7E4DDAA1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E5CBC3A0-2B36-47B2-F7C2-6B2DAB24C5B0}"/>
              </a:ext>
            </a:extLst>
          </p:cNvPr>
          <p:cNvSpPr txBox="1"/>
          <p:nvPr/>
        </p:nvSpPr>
        <p:spPr>
          <a:xfrm>
            <a:off x="317634" y="168441"/>
            <a:ext cx="8117826" cy="523220"/>
          </a:xfrm>
          <a:prstGeom prst="rect">
            <a:avLst/>
          </a:prstGeom>
          <a:noFill/>
        </p:spPr>
        <p:txBody>
          <a:bodyPr wrap="square" rtlCol="0">
            <a:spAutoFit/>
          </a:bodyPr>
          <a:lstStyle/>
          <a:p>
            <a:r>
              <a:rPr lang="en-US" sz="2800" b="1" dirty="0"/>
              <a:t>WEEK </a:t>
            </a:r>
            <a:r>
              <a:rPr lang="en-US" altLang="zh-CN" sz="2800" b="1" dirty="0"/>
              <a:t>6</a:t>
            </a:r>
            <a:r>
              <a:rPr lang="en-US" sz="2800" b="1" dirty="0"/>
              <a:t> – Prepare for Quiz 1 in Week 7</a:t>
            </a:r>
            <a:endParaRPr lang="en-US" sz="2800" b="1" dirty="0">
              <a:solidFill>
                <a:srgbClr val="FF0000"/>
              </a:solidFill>
            </a:endParaRPr>
          </a:p>
        </p:txBody>
      </p:sp>
    </p:spTree>
    <p:extLst>
      <p:ext uri="{BB962C8B-B14F-4D97-AF65-F5344CB8AC3E}">
        <p14:creationId xmlns:p14="http://schemas.microsoft.com/office/powerpoint/2010/main" val="1444261047"/>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4D6434-1594-9896-BB93-07C8C32203E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7C7B4DA-D677-69CF-8E35-83293949E9B0}"/>
              </a:ext>
            </a:extLst>
          </p:cNvPr>
          <p:cNvSpPr txBox="1"/>
          <p:nvPr/>
        </p:nvSpPr>
        <p:spPr>
          <a:xfrm>
            <a:off x="317634" y="168441"/>
            <a:ext cx="8117826" cy="523220"/>
          </a:xfrm>
          <a:prstGeom prst="rect">
            <a:avLst/>
          </a:prstGeom>
          <a:noFill/>
        </p:spPr>
        <p:txBody>
          <a:bodyPr wrap="square" rtlCol="0">
            <a:spAutoFit/>
          </a:bodyPr>
          <a:lstStyle/>
          <a:p>
            <a:r>
              <a:rPr lang="en-US" sz="2800" b="1" dirty="0"/>
              <a:t>WEEK </a:t>
            </a:r>
            <a:r>
              <a:rPr lang="en-US" altLang="zh-CN" sz="2800" b="1" dirty="0"/>
              <a:t>6</a:t>
            </a:r>
            <a:r>
              <a:rPr lang="en-US" sz="2800" b="1" dirty="0"/>
              <a:t> – Q&amp;A</a:t>
            </a:r>
            <a:endParaRPr lang="en-US" sz="2800" b="1" dirty="0">
              <a:solidFill>
                <a:srgbClr val="FF0000"/>
              </a:solidFill>
            </a:endParaRPr>
          </a:p>
        </p:txBody>
      </p:sp>
      <p:sp>
        <p:nvSpPr>
          <p:cNvPr id="2" name="TextBox 1">
            <a:extLst>
              <a:ext uri="{FF2B5EF4-FFF2-40B4-BE49-F238E27FC236}">
                <a16:creationId xmlns:a16="http://schemas.microsoft.com/office/drawing/2014/main" id="{55984FC7-C9C8-80C2-67AF-C517429832C8}"/>
              </a:ext>
            </a:extLst>
          </p:cNvPr>
          <p:cNvSpPr txBox="1"/>
          <p:nvPr/>
        </p:nvSpPr>
        <p:spPr>
          <a:xfrm>
            <a:off x="914285" y="1522367"/>
            <a:ext cx="7315430" cy="523220"/>
          </a:xfrm>
          <a:prstGeom prst="rect">
            <a:avLst/>
          </a:prstGeom>
          <a:noFill/>
        </p:spPr>
        <p:txBody>
          <a:bodyPr wrap="square" rtlCol="0">
            <a:spAutoFit/>
          </a:bodyPr>
          <a:lstStyle/>
          <a:p>
            <a:r>
              <a:rPr lang="en-US" sz="2800" b="1" dirty="0">
                <a:solidFill>
                  <a:srgbClr val="FF0000"/>
                </a:solidFill>
              </a:rPr>
              <a:t>Q: Scope of Quiz 1?</a:t>
            </a:r>
          </a:p>
        </p:txBody>
      </p:sp>
      <p:sp>
        <p:nvSpPr>
          <p:cNvPr id="3" name="TextBox 2">
            <a:extLst>
              <a:ext uri="{FF2B5EF4-FFF2-40B4-BE49-F238E27FC236}">
                <a16:creationId xmlns:a16="http://schemas.microsoft.com/office/drawing/2014/main" id="{1D582689-653D-8749-493D-67D8DC276A90}"/>
              </a:ext>
            </a:extLst>
          </p:cNvPr>
          <p:cNvSpPr txBox="1"/>
          <p:nvPr/>
        </p:nvSpPr>
        <p:spPr>
          <a:xfrm>
            <a:off x="914285" y="2310140"/>
            <a:ext cx="7315430" cy="523220"/>
          </a:xfrm>
          <a:prstGeom prst="rect">
            <a:avLst/>
          </a:prstGeom>
          <a:noFill/>
        </p:spPr>
        <p:txBody>
          <a:bodyPr wrap="square" rtlCol="0">
            <a:spAutoFit/>
          </a:bodyPr>
          <a:lstStyle/>
          <a:p>
            <a:r>
              <a:rPr lang="en-US" sz="2800" b="1" dirty="0">
                <a:solidFill>
                  <a:schemeClr val="accent1"/>
                </a:solidFill>
              </a:rPr>
              <a:t>A: Auxiliary Projection</a:t>
            </a:r>
          </a:p>
        </p:txBody>
      </p:sp>
    </p:spTree>
    <p:extLst>
      <p:ext uri="{BB962C8B-B14F-4D97-AF65-F5344CB8AC3E}">
        <p14:creationId xmlns:p14="http://schemas.microsoft.com/office/powerpoint/2010/main" val="37539155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09F9340-14E4-28FC-FDA5-D7106B3C2583}"/>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5A253122-F2F4-5629-6505-89E3BBAE861B}"/>
              </a:ext>
            </a:extLst>
          </p:cNvPr>
          <p:cNvSpPr txBox="1"/>
          <p:nvPr/>
        </p:nvSpPr>
        <p:spPr>
          <a:xfrm>
            <a:off x="317634" y="168441"/>
            <a:ext cx="8117826" cy="523220"/>
          </a:xfrm>
          <a:prstGeom prst="rect">
            <a:avLst/>
          </a:prstGeom>
          <a:noFill/>
        </p:spPr>
        <p:txBody>
          <a:bodyPr wrap="square" rtlCol="0">
            <a:spAutoFit/>
          </a:bodyPr>
          <a:lstStyle/>
          <a:p>
            <a:r>
              <a:rPr lang="en-US" sz="2800" b="1" dirty="0"/>
              <a:t>WEEK </a:t>
            </a:r>
            <a:r>
              <a:rPr lang="en-US" altLang="zh-CN" sz="2800" b="1" dirty="0"/>
              <a:t>6</a:t>
            </a:r>
            <a:r>
              <a:rPr lang="en-US" sz="2800" b="1" dirty="0"/>
              <a:t> – Q&amp;A</a:t>
            </a:r>
            <a:endParaRPr lang="en-US" sz="2800" b="1" dirty="0">
              <a:solidFill>
                <a:srgbClr val="FF0000"/>
              </a:solidFill>
            </a:endParaRPr>
          </a:p>
        </p:txBody>
      </p:sp>
      <p:sp>
        <p:nvSpPr>
          <p:cNvPr id="2" name="TextBox 1">
            <a:extLst>
              <a:ext uri="{FF2B5EF4-FFF2-40B4-BE49-F238E27FC236}">
                <a16:creationId xmlns:a16="http://schemas.microsoft.com/office/drawing/2014/main" id="{0D71DDF0-F9CA-8113-389D-A93EE17C008D}"/>
              </a:ext>
            </a:extLst>
          </p:cNvPr>
          <p:cNvSpPr txBox="1"/>
          <p:nvPr/>
        </p:nvSpPr>
        <p:spPr>
          <a:xfrm>
            <a:off x="914285" y="1522367"/>
            <a:ext cx="7315430" cy="523220"/>
          </a:xfrm>
          <a:prstGeom prst="rect">
            <a:avLst/>
          </a:prstGeom>
          <a:noFill/>
        </p:spPr>
        <p:txBody>
          <a:bodyPr wrap="square" rtlCol="0">
            <a:spAutoFit/>
          </a:bodyPr>
          <a:lstStyle/>
          <a:p>
            <a:r>
              <a:rPr lang="en-US" sz="2800" b="1" dirty="0">
                <a:solidFill>
                  <a:srgbClr val="FF0000"/>
                </a:solidFill>
              </a:rPr>
              <a:t>Q:</a:t>
            </a:r>
            <a:r>
              <a:rPr lang="zh-CN" altLang="en-US" sz="2800" b="1" dirty="0">
                <a:solidFill>
                  <a:srgbClr val="FF0000"/>
                </a:solidFill>
              </a:rPr>
              <a:t> </a:t>
            </a:r>
            <a:r>
              <a:rPr lang="en-US" altLang="zh-CN" sz="2800" b="1" dirty="0">
                <a:solidFill>
                  <a:srgbClr val="FF0000"/>
                </a:solidFill>
              </a:rPr>
              <a:t>Exercises to pay attention?</a:t>
            </a:r>
            <a:r>
              <a:rPr lang="en-US" sz="2800" b="1" dirty="0">
                <a:solidFill>
                  <a:srgbClr val="FF0000"/>
                </a:solidFill>
              </a:rPr>
              <a:t>  </a:t>
            </a:r>
          </a:p>
        </p:txBody>
      </p:sp>
      <p:sp>
        <p:nvSpPr>
          <p:cNvPr id="3" name="TextBox 2">
            <a:extLst>
              <a:ext uri="{FF2B5EF4-FFF2-40B4-BE49-F238E27FC236}">
                <a16:creationId xmlns:a16="http://schemas.microsoft.com/office/drawing/2014/main" id="{5909ECA5-E217-D9C5-C661-D7285FD91847}"/>
              </a:ext>
            </a:extLst>
          </p:cNvPr>
          <p:cNvSpPr txBox="1"/>
          <p:nvPr/>
        </p:nvSpPr>
        <p:spPr>
          <a:xfrm>
            <a:off x="914285" y="2310140"/>
            <a:ext cx="7315430" cy="523220"/>
          </a:xfrm>
          <a:prstGeom prst="rect">
            <a:avLst/>
          </a:prstGeom>
          <a:noFill/>
        </p:spPr>
        <p:txBody>
          <a:bodyPr wrap="square" rtlCol="0">
            <a:spAutoFit/>
          </a:bodyPr>
          <a:lstStyle/>
          <a:p>
            <a:r>
              <a:rPr lang="en-US" sz="2800" b="1" dirty="0">
                <a:solidFill>
                  <a:schemeClr val="accent1"/>
                </a:solidFill>
              </a:rPr>
              <a:t>A: E9, E10, E11</a:t>
            </a:r>
          </a:p>
        </p:txBody>
      </p:sp>
    </p:spTree>
    <p:extLst>
      <p:ext uri="{BB962C8B-B14F-4D97-AF65-F5344CB8AC3E}">
        <p14:creationId xmlns:p14="http://schemas.microsoft.com/office/powerpoint/2010/main" val="810716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FFE20D4-9E81-C247-0B8A-60B2ADBC877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826BC80A-03A9-DB4A-4D3F-446A2F454C5F}"/>
              </a:ext>
            </a:extLst>
          </p:cNvPr>
          <p:cNvSpPr txBox="1"/>
          <p:nvPr/>
        </p:nvSpPr>
        <p:spPr>
          <a:xfrm>
            <a:off x="317634" y="168441"/>
            <a:ext cx="8117826" cy="523220"/>
          </a:xfrm>
          <a:prstGeom prst="rect">
            <a:avLst/>
          </a:prstGeom>
          <a:noFill/>
        </p:spPr>
        <p:txBody>
          <a:bodyPr wrap="square" rtlCol="0">
            <a:spAutoFit/>
          </a:bodyPr>
          <a:lstStyle/>
          <a:p>
            <a:r>
              <a:rPr lang="en-US" sz="2800" b="1" dirty="0"/>
              <a:t>WEEK </a:t>
            </a:r>
            <a:r>
              <a:rPr lang="en-US" altLang="zh-CN" sz="2800" b="1" dirty="0"/>
              <a:t>6</a:t>
            </a:r>
            <a:r>
              <a:rPr lang="en-US" sz="2800" b="1" dirty="0"/>
              <a:t> – Q&amp;A</a:t>
            </a:r>
            <a:endParaRPr lang="en-US" sz="2800" b="1" dirty="0">
              <a:solidFill>
                <a:srgbClr val="FF0000"/>
              </a:solidFill>
            </a:endParaRPr>
          </a:p>
        </p:txBody>
      </p:sp>
      <p:sp>
        <p:nvSpPr>
          <p:cNvPr id="2" name="TextBox 1">
            <a:extLst>
              <a:ext uri="{FF2B5EF4-FFF2-40B4-BE49-F238E27FC236}">
                <a16:creationId xmlns:a16="http://schemas.microsoft.com/office/drawing/2014/main" id="{C2D5075D-4CDB-807A-C550-D48FBF937586}"/>
              </a:ext>
            </a:extLst>
          </p:cNvPr>
          <p:cNvSpPr txBox="1"/>
          <p:nvPr/>
        </p:nvSpPr>
        <p:spPr>
          <a:xfrm>
            <a:off x="914285" y="691661"/>
            <a:ext cx="7315430" cy="523220"/>
          </a:xfrm>
          <a:prstGeom prst="rect">
            <a:avLst/>
          </a:prstGeom>
          <a:noFill/>
        </p:spPr>
        <p:txBody>
          <a:bodyPr wrap="square" rtlCol="0">
            <a:spAutoFit/>
          </a:bodyPr>
          <a:lstStyle/>
          <a:p>
            <a:r>
              <a:rPr lang="en-US" sz="2800" b="1" dirty="0">
                <a:solidFill>
                  <a:srgbClr val="FF0000"/>
                </a:solidFill>
              </a:rPr>
              <a:t>Q:</a:t>
            </a:r>
            <a:r>
              <a:rPr lang="zh-CN" altLang="en-US" sz="2800" b="1" dirty="0">
                <a:solidFill>
                  <a:srgbClr val="FF0000"/>
                </a:solidFill>
              </a:rPr>
              <a:t> </a:t>
            </a:r>
            <a:r>
              <a:rPr lang="en-US" altLang="zh-CN" sz="2800" b="1" dirty="0">
                <a:solidFill>
                  <a:srgbClr val="FF0000"/>
                </a:solidFill>
              </a:rPr>
              <a:t>How does the quiz question look like?</a:t>
            </a:r>
            <a:endParaRPr lang="en-US" sz="2800" b="1" dirty="0">
              <a:solidFill>
                <a:srgbClr val="FF0000"/>
              </a:solidFill>
            </a:endParaRPr>
          </a:p>
        </p:txBody>
      </p:sp>
      <p:pic>
        <p:nvPicPr>
          <p:cNvPr id="5" name="Picture 4">
            <a:extLst>
              <a:ext uri="{FF2B5EF4-FFF2-40B4-BE49-F238E27FC236}">
                <a16:creationId xmlns:a16="http://schemas.microsoft.com/office/drawing/2014/main" id="{987E9BBE-8988-5C55-3430-3DAD418A7F2E}"/>
              </a:ext>
            </a:extLst>
          </p:cNvPr>
          <p:cNvPicPr>
            <a:picLocks noChangeAspect="1"/>
          </p:cNvPicPr>
          <p:nvPr/>
        </p:nvPicPr>
        <p:blipFill>
          <a:blip r:embed="rId2"/>
          <a:stretch>
            <a:fillRect/>
          </a:stretch>
        </p:blipFill>
        <p:spPr>
          <a:xfrm>
            <a:off x="801497" y="1314939"/>
            <a:ext cx="7150100" cy="3136900"/>
          </a:xfrm>
          <a:prstGeom prst="rect">
            <a:avLst/>
          </a:prstGeom>
        </p:spPr>
      </p:pic>
      <p:sp>
        <p:nvSpPr>
          <p:cNvPr id="3" name="TextBox 2">
            <a:extLst>
              <a:ext uri="{FF2B5EF4-FFF2-40B4-BE49-F238E27FC236}">
                <a16:creationId xmlns:a16="http://schemas.microsoft.com/office/drawing/2014/main" id="{2C9C4ECB-161D-4245-8A47-DAD8CAB62B04}"/>
              </a:ext>
            </a:extLst>
          </p:cNvPr>
          <p:cNvSpPr txBox="1"/>
          <p:nvPr/>
        </p:nvSpPr>
        <p:spPr>
          <a:xfrm>
            <a:off x="1296482" y="4324526"/>
            <a:ext cx="6693746" cy="523220"/>
          </a:xfrm>
          <a:prstGeom prst="rect">
            <a:avLst/>
          </a:prstGeom>
          <a:noFill/>
        </p:spPr>
        <p:txBody>
          <a:bodyPr wrap="square" rtlCol="0">
            <a:spAutoFit/>
          </a:bodyPr>
          <a:lstStyle/>
          <a:p>
            <a:r>
              <a:rPr lang="en-US" sz="2800" b="1" dirty="0">
                <a:solidFill>
                  <a:schemeClr val="tx2">
                    <a:lumMod val="60000"/>
                    <a:lumOff val="40000"/>
                  </a:schemeClr>
                </a:solidFill>
              </a:rPr>
              <a:t>Just draw in the level1 template as usual</a:t>
            </a:r>
          </a:p>
        </p:txBody>
      </p:sp>
    </p:spTree>
    <p:extLst>
      <p:ext uri="{BB962C8B-B14F-4D97-AF65-F5344CB8AC3E}">
        <p14:creationId xmlns:p14="http://schemas.microsoft.com/office/powerpoint/2010/main" val="182051152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4FCF25F-8C3D-1469-F086-3B871AC8C37F}"/>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005FFB86-DB81-96CB-1E36-284444C1D51C}"/>
              </a:ext>
            </a:extLst>
          </p:cNvPr>
          <p:cNvSpPr txBox="1"/>
          <p:nvPr/>
        </p:nvSpPr>
        <p:spPr>
          <a:xfrm>
            <a:off x="317634" y="168441"/>
            <a:ext cx="8117826" cy="523220"/>
          </a:xfrm>
          <a:prstGeom prst="rect">
            <a:avLst/>
          </a:prstGeom>
          <a:noFill/>
        </p:spPr>
        <p:txBody>
          <a:bodyPr wrap="square" rtlCol="0">
            <a:spAutoFit/>
          </a:bodyPr>
          <a:lstStyle/>
          <a:p>
            <a:r>
              <a:rPr lang="en-US" sz="2800" b="1" dirty="0"/>
              <a:t>WEEK </a:t>
            </a:r>
            <a:r>
              <a:rPr lang="en-US" altLang="zh-CN" sz="2800" b="1" dirty="0"/>
              <a:t>6</a:t>
            </a:r>
            <a:r>
              <a:rPr lang="en-US" sz="2800" b="1" dirty="0"/>
              <a:t> – Q&amp;A</a:t>
            </a:r>
            <a:endParaRPr lang="en-US" sz="2800" b="1" dirty="0">
              <a:solidFill>
                <a:srgbClr val="FF0000"/>
              </a:solidFill>
            </a:endParaRPr>
          </a:p>
        </p:txBody>
      </p:sp>
      <p:sp>
        <p:nvSpPr>
          <p:cNvPr id="2" name="TextBox 1">
            <a:extLst>
              <a:ext uri="{FF2B5EF4-FFF2-40B4-BE49-F238E27FC236}">
                <a16:creationId xmlns:a16="http://schemas.microsoft.com/office/drawing/2014/main" id="{104D8B29-267F-0E75-823F-4DFD03ACC97E}"/>
              </a:ext>
            </a:extLst>
          </p:cNvPr>
          <p:cNvSpPr txBox="1"/>
          <p:nvPr/>
        </p:nvSpPr>
        <p:spPr>
          <a:xfrm>
            <a:off x="914285" y="1144507"/>
            <a:ext cx="7315430" cy="523220"/>
          </a:xfrm>
          <a:prstGeom prst="rect">
            <a:avLst/>
          </a:prstGeom>
          <a:noFill/>
        </p:spPr>
        <p:txBody>
          <a:bodyPr wrap="square" rtlCol="0">
            <a:spAutoFit/>
          </a:bodyPr>
          <a:lstStyle/>
          <a:p>
            <a:r>
              <a:rPr lang="en-US" sz="2800" b="1" dirty="0">
                <a:solidFill>
                  <a:srgbClr val="FF0000"/>
                </a:solidFill>
              </a:rPr>
              <a:t>Q:</a:t>
            </a:r>
            <a:r>
              <a:rPr lang="zh-CN" altLang="en-US" sz="2800" b="1" dirty="0">
                <a:solidFill>
                  <a:srgbClr val="FF0000"/>
                </a:solidFill>
              </a:rPr>
              <a:t> </a:t>
            </a:r>
            <a:r>
              <a:rPr lang="en-US" altLang="zh-CN" sz="2800" b="1" dirty="0">
                <a:solidFill>
                  <a:srgbClr val="FF0000"/>
                </a:solidFill>
              </a:rPr>
              <a:t>Time and Venue for Quiz 1?</a:t>
            </a:r>
            <a:endParaRPr lang="en-US" sz="2800" b="1" dirty="0">
              <a:solidFill>
                <a:srgbClr val="FF0000"/>
              </a:solidFill>
            </a:endParaRPr>
          </a:p>
        </p:txBody>
      </p:sp>
      <p:sp>
        <p:nvSpPr>
          <p:cNvPr id="3" name="TextBox 2">
            <a:extLst>
              <a:ext uri="{FF2B5EF4-FFF2-40B4-BE49-F238E27FC236}">
                <a16:creationId xmlns:a16="http://schemas.microsoft.com/office/drawing/2014/main" id="{DC0B489B-6240-5C31-718B-D926D740C995}"/>
              </a:ext>
            </a:extLst>
          </p:cNvPr>
          <p:cNvSpPr txBox="1"/>
          <p:nvPr/>
        </p:nvSpPr>
        <p:spPr>
          <a:xfrm>
            <a:off x="914285" y="2048530"/>
            <a:ext cx="7315430" cy="523220"/>
          </a:xfrm>
          <a:prstGeom prst="rect">
            <a:avLst/>
          </a:prstGeom>
          <a:noFill/>
        </p:spPr>
        <p:txBody>
          <a:bodyPr wrap="square" rtlCol="0">
            <a:spAutoFit/>
          </a:bodyPr>
          <a:lstStyle/>
          <a:p>
            <a:r>
              <a:rPr lang="en-US" sz="2800" b="1" dirty="0">
                <a:solidFill>
                  <a:schemeClr val="accent1"/>
                </a:solidFill>
              </a:rPr>
              <a:t>A: Same as usual classes.</a:t>
            </a:r>
          </a:p>
        </p:txBody>
      </p:sp>
    </p:spTree>
    <p:extLst>
      <p:ext uri="{BB962C8B-B14F-4D97-AF65-F5344CB8AC3E}">
        <p14:creationId xmlns:p14="http://schemas.microsoft.com/office/powerpoint/2010/main" val="310637984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C4C3D79-E420-8B51-EEA9-81A763EB576D}"/>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B76071C4-4D48-F61D-D199-FB05BB263A8E}"/>
              </a:ext>
            </a:extLst>
          </p:cNvPr>
          <p:cNvSpPr txBox="1"/>
          <p:nvPr/>
        </p:nvSpPr>
        <p:spPr>
          <a:xfrm>
            <a:off x="317634" y="168441"/>
            <a:ext cx="8117826" cy="523220"/>
          </a:xfrm>
          <a:prstGeom prst="rect">
            <a:avLst/>
          </a:prstGeom>
          <a:noFill/>
        </p:spPr>
        <p:txBody>
          <a:bodyPr wrap="square" rtlCol="0">
            <a:spAutoFit/>
          </a:bodyPr>
          <a:lstStyle/>
          <a:p>
            <a:r>
              <a:rPr lang="en-US" sz="2800" b="1" dirty="0"/>
              <a:t>WEEK </a:t>
            </a:r>
            <a:r>
              <a:rPr lang="en-US" altLang="zh-CN" sz="2800" b="1" dirty="0"/>
              <a:t>6</a:t>
            </a:r>
            <a:r>
              <a:rPr lang="en-US" sz="2800" b="1" dirty="0"/>
              <a:t> – Q&amp;A</a:t>
            </a:r>
            <a:endParaRPr lang="en-US" sz="2800" b="1" dirty="0">
              <a:solidFill>
                <a:srgbClr val="FF0000"/>
              </a:solidFill>
            </a:endParaRPr>
          </a:p>
        </p:txBody>
      </p:sp>
      <p:sp>
        <p:nvSpPr>
          <p:cNvPr id="2" name="TextBox 1">
            <a:extLst>
              <a:ext uri="{FF2B5EF4-FFF2-40B4-BE49-F238E27FC236}">
                <a16:creationId xmlns:a16="http://schemas.microsoft.com/office/drawing/2014/main" id="{2A6EA54C-9A72-4918-2582-6F21C34EDF75}"/>
              </a:ext>
            </a:extLst>
          </p:cNvPr>
          <p:cNvSpPr txBox="1"/>
          <p:nvPr/>
        </p:nvSpPr>
        <p:spPr>
          <a:xfrm>
            <a:off x="914285" y="1144507"/>
            <a:ext cx="7315430" cy="523220"/>
          </a:xfrm>
          <a:prstGeom prst="rect">
            <a:avLst/>
          </a:prstGeom>
          <a:noFill/>
        </p:spPr>
        <p:txBody>
          <a:bodyPr wrap="square" rtlCol="0">
            <a:spAutoFit/>
          </a:bodyPr>
          <a:lstStyle/>
          <a:p>
            <a:r>
              <a:rPr lang="en-US" sz="2800" b="1" dirty="0">
                <a:solidFill>
                  <a:srgbClr val="FF0000"/>
                </a:solidFill>
              </a:rPr>
              <a:t>Q:</a:t>
            </a:r>
            <a:r>
              <a:rPr lang="zh-CN" altLang="en-US" sz="2800" b="1" dirty="0">
                <a:solidFill>
                  <a:srgbClr val="FF0000"/>
                </a:solidFill>
              </a:rPr>
              <a:t> </a:t>
            </a:r>
            <a:r>
              <a:rPr lang="en-US" altLang="zh-CN" sz="2800" b="1" dirty="0" err="1">
                <a:solidFill>
                  <a:srgbClr val="FF0000"/>
                </a:solidFill>
              </a:rPr>
              <a:t>Openbook</a:t>
            </a:r>
            <a:r>
              <a:rPr lang="en-US" altLang="zh-CN" sz="2800" b="1" dirty="0">
                <a:solidFill>
                  <a:srgbClr val="FF0000"/>
                </a:solidFill>
              </a:rPr>
              <a:t> quiz?</a:t>
            </a:r>
            <a:endParaRPr lang="en-US" sz="2800" b="1" dirty="0">
              <a:solidFill>
                <a:srgbClr val="FF0000"/>
              </a:solidFill>
            </a:endParaRPr>
          </a:p>
        </p:txBody>
      </p:sp>
      <p:sp>
        <p:nvSpPr>
          <p:cNvPr id="3" name="TextBox 2">
            <a:extLst>
              <a:ext uri="{FF2B5EF4-FFF2-40B4-BE49-F238E27FC236}">
                <a16:creationId xmlns:a16="http://schemas.microsoft.com/office/drawing/2014/main" id="{D84657F5-CBD7-CC63-B92A-63AC5E01A07D}"/>
              </a:ext>
            </a:extLst>
          </p:cNvPr>
          <p:cNvSpPr txBox="1"/>
          <p:nvPr/>
        </p:nvSpPr>
        <p:spPr>
          <a:xfrm>
            <a:off x="914285" y="2048530"/>
            <a:ext cx="7315430" cy="954107"/>
          </a:xfrm>
          <a:prstGeom prst="rect">
            <a:avLst/>
          </a:prstGeom>
          <a:noFill/>
        </p:spPr>
        <p:txBody>
          <a:bodyPr wrap="square" rtlCol="0">
            <a:spAutoFit/>
          </a:bodyPr>
          <a:lstStyle/>
          <a:p>
            <a:r>
              <a:rPr lang="en-US" sz="2800" b="1" dirty="0">
                <a:solidFill>
                  <a:schemeClr val="accent1"/>
                </a:solidFill>
              </a:rPr>
              <a:t>A: You can </a:t>
            </a:r>
            <a:r>
              <a:rPr lang="en-US" sz="2800" b="1" dirty="0">
                <a:solidFill>
                  <a:srgbClr val="FF0000"/>
                </a:solidFill>
              </a:rPr>
              <a:t>only</a:t>
            </a:r>
            <a:r>
              <a:rPr lang="en-US" sz="2800" b="1" dirty="0">
                <a:solidFill>
                  <a:schemeClr val="accent1"/>
                </a:solidFill>
              </a:rPr>
              <a:t> access </a:t>
            </a:r>
            <a:r>
              <a:rPr lang="en-US" sz="2800" b="1" dirty="0" err="1">
                <a:solidFill>
                  <a:schemeClr val="accent1"/>
                </a:solidFill>
              </a:rPr>
              <a:t>NTULearn</a:t>
            </a:r>
            <a:r>
              <a:rPr lang="en-US" sz="2800" b="1" dirty="0">
                <a:solidFill>
                  <a:schemeClr val="accent1"/>
                </a:solidFill>
              </a:rPr>
              <a:t> for previous exercises.</a:t>
            </a:r>
          </a:p>
        </p:txBody>
      </p:sp>
    </p:spTree>
    <p:extLst>
      <p:ext uri="{BB962C8B-B14F-4D97-AF65-F5344CB8AC3E}">
        <p14:creationId xmlns:p14="http://schemas.microsoft.com/office/powerpoint/2010/main" val="366317765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5EF90FB-B2C3-3694-155E-A895FBB0AF2E}"/>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8FDD504-1322-07A0-0169-9BD33332047C}"/>
              </a:ext>
            </a:extLst>
          </p:cNvPr>
          <p:cNvSpPr txBox="1"/>
          <p:nvPr/>
        </p:nvSpPr>
        <p:spPr>
          <a:xfrm>
            <a:off x="317634" y="168441"/>
            <a:ext cx="8117826" cy="523220"/>
          </a:xfrm>
          <a:prstGeom prst="rect">
            <a:avLst/>
          </a:prstGeom>
          <a:noFill/>
        </p:spPr>
        <p:txBody>
          <a:bodyPr wrap="square" rtlCol="0">
            <a:spAutoFit/>
          </a:bodyPr>
          <a:lstStyle/>
          <a:p>
            <a:r>
              <a:rPr lang="en-US" sz="2800" b="1" dirty="0"/>
              <a:t>WEEK </a:t>
            </a:r>
            <a:r>
              <a:rPr lang="en-US" altLang="zh-CN" sz="2800" b="1" dirty="0"/>
              <a:t>6</a:t>
            </a:r>
            <a:r>
              <a:rPr lang="en-US" sz="2800" b="1" dirty="0"/>
              <a:t> – Q&amp;A</a:t>
            </a:r>
            <a:endParaRPr lang="en-US" sz="2800" b="1" dirty="0">
              <a:solidFill>
                <a:srgbClr val="FF0000"/>
              </a:solidFill>
            </a:endParaRPr>
          </a:p>
        </p:txBody>
      </p:sp>
      <p:sp>
        <p:nvSpPr>
          <p:cNvPr id="2" name="TextBox 1">
            <a:extLst>
              <a:ext uri="{FF2B5EF4-FFF2-40B4-BE49-F238E27FC236}">
                <a16:creationId xmlns:a16="http://schemas.microsoft.com/office/drawing/2014/main" id="{C5EC5C2A-3A00-D7BC-603D-908631833890}"/>
              </a:ext>
            </a:extLst>
          </p:cNvPr>
          <p:cNvSpPr txBox="1"/>
          <p:nvPr/>
        </p:nvSpPr>
        <p:spPr>
          <a:xfrm>
            <a:off x="914285" y="1144507"/>
            <a:ext cx="7315430" cy="523220"/>
          </a:xfrm>
          <a:prstGeom prst="rect">
            <a:avLst/>
          </a:prstGeom>
          <a:noFill/>
        </p:spPr>
        <p:txBody>
          <a:bodyPr wrap="square" rtlCol="0">
            <a:spAutoFit/>
          </a:bodyPr>
          <a:lstStyle/>
          <a:p>
            <a:r>
              <a:rPr lang="en-US" sz="2800" b="1" dirty="0">
                <a:solidFill>
                  <a:srgbClr val="FF0000"/>
                </a:solidFill>
              </a:rPr>
              <a:t>Q:</a:t>
            </a:r>
            <a:r>
              <a:rPr lang="zh-CN" altLang="en-US" sz="2800" b="1" dirty="0">
                <a:solidFill>
                  <a:srgbClr val="FF0000"/>
                </a:solidFill>
              </a:rPr>
              <a:t> </a:t>
            </a:r>
            <a:r>
              <a:rPr lang="en-US" altLang="zh-CN" sz="2800" b="1" dirty="0">
                <a:solidFill>
                  <a:srgbClr val="FF0000"/>
                </a:solidFill>
              </a:rPr>
              <a:t>What files to upload to </a:t>
            </a:r>
            <a:r>
              <a:rPr lang="en-US" altLang="zh-CN" sz="2800" b="1" dirty="0" err="1">
                <a:solidFill>
                  <a:srgbClr val="FF0000"/>
                </a:solidFill>
              </a:rPr>
              <a:t>NTULearn</a:t>
            </a:r>
            <a:r>
              <a:rPr lang="en-US" altLang="zh-CN" sz="2800" b="1" dirty="0">
                <a:solidFill>
                  <a:srgbClr val="FF0000"/>
                </a:solidFill>
              </a:rPr>
              <a:t>?</a:t>
            </a:r>
            <a:endParaRPr lang="en-US" sz="2800" b="1" dirty="0">
              <a:solidFill>
                <a:srgbClr val="FF0000"/>
              </a:solidFill>
            </a:endParaRPr>
          </a:p>
        </p:txBody>
      </p:sp>
      <p:sp>
        <p:nvSpPr>
          <p:cNvPr id="3" name="TextBox 2">
            <a:extLst>
              <a:ext uri="{FF2B5EF4-FFF2-40B4-BE49-F238E27FC236}">
                <a16:creationId xmlns:a16="http://schemas.microsoft.com/office/drawing/2014/main" id="{F59E85BE-AA72-4622-B75E-46D8AFFB3EF9}"/>
              </a:ext>
            </a:extLst>
          </p:cNvPr>
          <p:cNvSpPr txBox="1"/>
          <p:nvPr/>
        </p:nvSpPr>
        <p:spPr>
          <a:xfrm>
            <a:off x="914285" y="2048530"/>
            <a:ext cx="7315430" cy="523220"/>
          </a:xfrm>
          <a:prstGeom prst="rect">
            <a:avLst/>
          </a:prstGeom>
          <a:noFill/>
        </p:spPr>
        <p:txBody>
          <a:bodyPr wrap="square" rtlCol="0">
            <a:spAutoFit/>
          </a:bodyPr>
          <a:lstStyle/>
          <a:p>
            <a:r>
              <a:rPr lang="en-US" sz="2800" b="1" dirty="0">
                <a:solidFill>
                  <a:schemeClr val="accent1"/>
                </a:solidFill>
              </a:rPr>
              <a:t>A: </a:t>
            </a:r>
            <a:r>
              <a:rPr lang="en-US" sz="2800" b="1" dirty="0">
                <a:solidFill>
                  <a:srgbClr val="FF0000"/>
                </a:solidFill>
              </a:rPr>
              <a:t>dwg</a:t>
            </a:r>
            <a:r>
              <a:rPr lang="en-US" sz="2800" b="1" dirty="0">
                <a:solidFill>
                  <a:schemeClr val="accent1"/>
                </a:solidFill>
              </a:rPr>
              <a:t> file and </a:t>
            </a:r>
            <a:r>
              <a:rPr lang="en-US" sz="2800" b="1" dirty="0">
                <a:solidFill>
                  <a:srgbClr val="FF0000"/>
                </a:solidFill>
              </a:rPr>
              <a:t>pdf</a:t>
            </a:r>
            <a:r>
              <a:rPr lang="en-US" sz="2800" b="1" dirty="0">
                <a:solidFill>
                  <a:schemeClr val="accent1"/>
                </a:solidFill>
              </a:rPr>
              <a:t> file, both required.</a:t>
            </a:r>
          </a:p>
        </p:txBody>
      </p:sp>
    </p:spTree>
    <p:extLst>
      <p:ext uri="{BB962C8B-B14F-4D97-AF65-F5344CB8AC3E}">
        <p14:creationId xmlns:p14="http://schemas.microsoft.com/office/powerpoint/2010/main" val="226670460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5541D71-D1A0-071C-CE9B-059E03176718}"/>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29721E3D-42D8-53BB-8FD6-E594382A87C2}"/>
              </a:ext>
            </a:extLst>
          </p:cNvPr>
          <p:cNvSpPr txBox="1"/>
          <p:nvPr/>
        </p:nvSpPr>
        <p:spPr>
          <a:xfrm>
            <a:off x="317634" y="168441"/>
            <a:ext cx="8117826" cy="523220"/>
          </a:xfrm>
          <a:prstGeom prst="rect">
            <a:avLst/>
          </a:prstGeom>
          <a:noFill/>
        </p:spPr>
        <p:txBody>
          <a:bodyPr wrap="square" rtlCol="0">
            <a:spAutoFit/>
          </a:bodyPr>
          <a:lstStyle/>
          <a:p>
            <a:r>
              <a:rPr lang="en-US" sz="2800" b="1" dirty="0"/>
              <a:t>WEEK </a:t>
            </a:r>
            <a:r>
              <a:rPr lang="en-US" altLang="zh-CN" sz="2800" b="1" dirty="0"/>
              <a:t>6</a:t>
            </a:r>
            <a:r>
              <a:rPr lang="en-US" sz="2800" b="1" dirty="0"/>
              <a:t> – Q&amp;A</a:t>
            </a:r>
            <a:endParaRPr lang="en-US" sz="2800" b="1" dirty="0">
              <a:solidFill>
                <a:srgbClr val="FF0000"/>
              </a:solidFill>
            </a:endParaRPr>
          </a:p>
        </p:txBody>
      </p:sp>
      <p:sp>
        <p:nvSpPr>
          <p:cNvPr id="2" name="TextBox 1">
            <a:extLst>
              <a:ext uri="{FF2B5EF4-FFF2-40B4-BE49-F238E27FC236}">
                <a16:creationId xmlns:a16="http://schemas.microsoft.com/office/drawing/2014/main" id="{1DE0F5E4-BB44-6C8F-4D17-8386DF317A9A}"/>
              </a:ext>
            </a:extLst>
          </p:cNvPr>
          <p:cNvSpPr txBox="1"/>
          <p:nvPr/>
        </p:nvSpPr>
        <p:spPr>
          <a:xfrm>
            <a:off x="914285" y="1144507"/>
            <a:ext cx="7315430" cy="523220"/>
          </a:xfrm>
          <a:prstGeom prst="rect">
            <a:avLst/>
          </a:prstGeom>
          <a:noFill/>
        </p:spPr>
        <p:txBody>
          <a:bodyPr wrap="square" rtlCol="0">
            <a:spAutoFit/>
          </a:bodyPr>
          <a:lstStyle/>
          <a:p>
            <a:r>
              <a:rPr lang="en-US" sz="2800" b="1" dirty="0">
                <a:solidFill>
                  <a:srgbClr val="FF0000"/>
                </a:solidFill>
              </a:rPr>
              <a:t>Q:</a:t>
            </a:r>
            <a:r>
              <a:rPr lang="zh-CN" altLang="en-US" sz="2800" b="1" dirty="0">
                <a:solidFill>
                  <a:srgbClr val="FF0000"/>
                </a:solidFill>
              </a:rPr>
              <a:t> </a:t>
            </a:r>
            <a:r>
              <a:rPr lang="en-US" altLang="zh-CN" sz="2800" b="1" dirty="0">
                <a:solidFill>
                  <a:srgbClr val="FF0000"/>
                </a:solidFill>
              </a:rPr>
              <a:t>How to export dwg and pdf file?</a:t>
            </a:r>
            <a:endParaRPr lang="en-US" sz="2800" b="1" dirty="0">
              <a:solidFill>
                <a:srgbClr val="FF0000"/>
              </a:solidFill>
            </a:endParaRPr>
          </a:p>
        </p:txBody>
      </p:sp>
      <p:sp>
        <p:nvSpPr>
          <p:cNvPr id="5" name="TextBox 4">
            <a:extLst>
              <a:ext uri="{FF2B5EF4-FFF2-40B4-BE49-F238E27FC236}">
                <a16:creationId xmlns:a16="http://schemas.microsoft.com/office/drawing/2014/main" id="{BC607D44-F812-9625-04D7-387A866C98DB}"/>
              </a:ext>
            </a:extLst>
          </p:cNvPr>
          <p:cNvSpPr txBox="1"/>
          <p:nvPr/>
        </p:nvSpPr>
        <p:spPr>
          <a:xfrm>
            <a:off x="914285" y="2048530"/>
            <a:ext cx="7315430" cy="523220"/>
          </a:xfrm>
          <a:prstGeom prst="rect">
            <a:avLst/>
          </a:prstGeom>
          <a:noFill/>
        </p:spPr>
        <p:txBody>
          <a:bodyPr wrap="square" rtlCol="0">
            <a:spAutoFit/>
          </a:bodyPr>
          <a:lstStyle/>
          <a:p>
            <a:r>
              <a:rPr lang="en-US" sz="2800" b="1" dirty="0">
                <a:solidFill>
                  <a:schemeClr val="accent1"/>
                </a:solidFill>
              </a:rPr>
              <a:t>A: ‘FILE’&gt; ‘Save As’&gt;’.dwg’, see next slide</a:t>
            </a:r>
          </a:p>
        </p:txBody>
      </p:sp>
    </p:spTree>
    <p:extLst>
      <p:ext uri="{BB962C8B-B14F-4D97-AF65-F5344CB8AC3E}">
        <p14:creationId xmlns:p14="http://schemas.microsoft.com/office/powerpoint/2010/main" val="3604412723"/>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1BCFF1C-B219-7CE3-C5AD-86D5A924722E}"/>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93D149A3-74FC-6CCE-F3C7-E427CDFAED0E}"/>
              </a:ext>
            </a:extLst>
          </p:cNvPr>
          <p:cNvPicPr>
            <a:picLocks noChangeAspect="1"/>
          </p:cNvPicPr>
          <p:nvPr/>
        </p:nvPicPr>
        <p:blipFill>
          <a:blip r:embed="rId2"/>
          <a:stretch>
            <a:fillRect/>
          </a:stretch>
        </p:blipFill>
        <p:spPr>
          <a:xfrm>
            <a:off x="0" y="0"/>
            <a:ext cx="9144000" cy="5168658"/>
          </a:xfrm>
          <a:prstGeom prst="rect">
            <a:avLst/>
          </a:prstGeom>
        </p:spPr>
      </p:pic>
    </p:spTree>
    <p:extLst>
      <p:ext uri="{BB962C8B-B14F-4D97-AF65-F5344CB8AC3E}">
        <p14:creationId xmlns:p14="http://schemas.microsoft.com/office/powerpoint/2010/main" val="7323732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228F434-B683-CDF2-0297-B11C5062E207}"/>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198189AF-46C1-0620-4F6D-3EA954E22806}"/>
              </a:ext>
            </a:extLst>
          </p:cNvPr>
          <p:cNvSpPr txBox="1"/>
          <p:nvPr/>
        </p:nvSpPr>
        <p:spPr>
          <a:xfrm>
            <a:off x="317634" y="168441"/>
            <a:ext cx="8117826" cy="523220"/>
          </a:xfrm>
          <a:prstGeom prst="rect">
            <a:avLst/>
          </a:prstGeom>
          <a:noFill/>
        </p:spPr>
        <p:txBody>
          <a:bodyPr wrap="square" rtlCol="0">
            <a:spAutoFit/>
          </a:bodyPr>
          <a:lstStyle/>
          <a:p>
            <a:r>
              <a:rPr lang="en-US" sz="2800" b="1" dirty="0"/>
              <a:t>WEEK </a:t>
            </a:r>
            <a:r>
              <a:rPr lang="en-US" altLang="zh-CN" sz="2800" b="1" dirty="0"/>
              <a:t>6</a:t>
            </a:r>
            <a:r>
              <a:rPr lang="en-US" sz="2800" b="1" dirty="0"/>
              <a:t> – Q&amp;A</a:t>
            </a:r>
            <a:endParaRPr lang="en-US" sz="2800" b="1" dirty="0">
              <a:solidFill>
                <a:srgbClr val="FF0000"/>
              </a:solidFill>
            </a:endParaRPr>
          </a:p>
        </p:txBody>
      </p:sp>
      <p:sp>
        <p:nvSpPr>
          <p:cNvPr id="2" name="TextBox 1">
            <a:extLst>
              <a:ext uri="{FF2B5EF4-FFF2-40B4-BE49-F238E27FC236}">
                <a16:creationId xmlns:a16="http://schemas.microsoft.com/office/drawing/2014/main" id="{F18DA621-0D0E-A859-C2C4-CF9EF3C3331C}"/>
              </a:ext>
            </a:extLst>
          </p:cNvPr>
          <p:cNvSpPr txBox="1"/>
          <p:nvPr/>
        </p:nvSpPr>
        <p:spPr>
          <a:xfrm>
            <a:off x="914285" y="1144507"/>
            <a:ext cx="7315430" cy="523220"/>
          </a:xfrm>
          <a:prstGeom prst="rect">
            <a:avLst/>
          </a:prstGeom>
          <a:noFill/>
        </p:spPr>
        <p:txBody>
          <a:bodyPr wrap="square" rtlCol="0">
            <a:spAutoFit/>
          </a:bodyPr>
          <a:lstStyle/>
          <a:p>
            <a:r>
              <a:rPr lang="en-US" sz="2800" b="1" dirty="0">
                <a:solidFill>
                  <a:srgbClr val="FF0000"/>
                </a:solidFill>
              </a:rPr>
              <a:t>Q:</a:t>
            </a:r>
            <a:r>
              <a:rPr lang="zh-CN" altLang="en-US" sz="2800" b="1" dirty="0">
                <a:solidFill>
                  <a:srgbClr val="FF0000"/>
                </a:solidFill>
              </a:rPr>
              <a:t> </a:t>
            </a:r>
            <a:r>
              <a:rPr lang="en-US" altLang="zh-CN" sz="2800" b="1" dirty="0">
                <a:solidFill>
                  <a:srgbClr val="FF0000"/>
                </a:solidFill>
              </a:rPr>
              <a:t>How to export dwg and pdf file?</a:t>
            </a:r>
            <a:endParaRPr lang="en-US" sz="2800" b="1" dirty="0">
              <a:solidFill>
                <a:srgbClr val="FF0000"/>
              </a:solidFill>
            </a:endParaRPr>
          </a:p>
        </p:txBody>
      </p:sp>
      <p:sp>
        <p:nvSpPr>
          <p:cNvPr id="3" name="TextBox 2">
            <a:extLst>
              <a:ext uri="{FF2B5EF4-FFF2-40B4-BE49-F238E27FC236}">
                <a16:creationId xmlns:a16="http://schemas.microsoft.com/office/drawing/2014/main" id="{E1FD266A-121A-ED5D-529F-0A01669E211B}"/>
              </a:ext>
            </a:extLst>
          </p:cNvPr>
          <p:cNvSpPr txBox="1"/>
          <p:nvPr/>
        </p:nvSpPr>
        <p:spPr>
          <a:xfrm>
            <a:off x="914285" y="2048530"/>
            <a:ext cx="7315430" cy="2246769"/>
          </a:xfrm>
          <a:prstGeom prst="rect">
            <a:avLst/>
          </a:prstGeom>
          <a:noFill/>
        </p:spPr>
        <p:txBody>
          <a:bodyPr wrap="square" rtlCol="0">
            <a:spAutoFit/>
          </a:bodyPr>
          <a:lstStyle/>
          <a:p>
            <a:r>
              <a:rPr lang="en-US" sz="2800" b="1" dirty="0">
                <a:solidFill>
                  <a:schemeClr val="accent1"/>
                </a:solidFill>
              </a:rPr>
              <a:t>A: Click TAB ‘Layout’ at the bottom, type in command ‘print’, select the printer ‘Microsoft print to pdf’ in the dropdown menu, click preview to check, press ‘ESC’ to exit preview, click ’OK’ to save pdf. See next two slides</a:t>
            </a:r>
          </a:p>
        </p:txBody>
      </p:sp>
    </p:spTree>
    <p:extLst>
      <p:ext uri="{BB962C8B-B14F-4D97-AF65-F5344CB8AC3E}">
        <p14:creationId xmlns:p14="http://schemas.microsoft.com/office/powerpoint/2010/main" val="62931717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3C5F5F-4F55-6D63-91AD-1E95354C7FE0}"/>
            </a:ext>
          </a:extLst>
        </p:cNvPr>
        <p:cNvGrpSpPr/>
        <p:nvPr/>
      </p:nvGrpSpPr>
      <p:grpSpPr>
        <a:xfrm>
          <a:off x="0" y="0"/>
          <a:ext cx="0" cy="0"/>
          <a:chOff x="0" y="0"/>
          <a:chExt cx="0" cy="0"/>
        </a:xfrm>
      </p:grpSpPr>
      <p:pic>
        <p:nvPicPr>
          <p:cNvPr id="6" name="Picture 5">
            <a:extLst>
              <a:ext uri="{FF2B5EF4-FFF2-40B4-BE49-F238E27FC236}">
                <a16:creationId xmlns:a16="http://schemas.microsoft.com/office/drawing/2014/main" id="{3ECE830D-190D-B414-F574-E19681E25222}"/>
              </a:ext>
            </a:extLst>
          </p:cNvPr>
          <p:cNvPicPr>
            <a:picLocks noChangeAspect="1"/>
          </p:cNvPicPr>
          <p:nvPr/>
        </p:nvPicPr>
        <p:blipFill>
          <a:blip r:embed="rId2"/>
          <a:stretch>
            <a:fillRect/>
          </a:stretch>
        </p:blipFill>
        <p:spPr>
          <a:xfrm>
            <a:off x="22253" y="0"/>
            <a:ext cx="9099493" cy="5143500"/>
          </a:xfrm>
          <a:prstGeom prst="rect">
            <a:avLst/>
          </a:prstGeom>
        </p:spPr>
      </p:pic>
    </p:spTree>
    <p:extLst>
      <p:ext uri="{BB962C8B-B14F-4D97-AF65-F5344CB8AC3E}">
        <p14:creationId xmlns:p14="http://schemas.microsoft.com/office/powerpoint/2010/main" val="312970749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9D2ED89-B4A2-1DED-55E0-77DDE8A7805E}"/>
            </a:ext>
          </a:extLst>
        </p:cNvPr>
        <p:cNvGrpSpPr/>
        <p:nvPr/>
      </p:nvGrpSpPr>
      <p:grpSpPr>
        <a:xfrm>
          <a:off x="0" y="0"/>
          <a:ext cx="0" cy="0"/>
          <a:chOff x="0" y="0"/>
          <a:chExt cx="0" cy="0"/>
        </a:xfrm>
      </p:grpSpPr>
      <p:pic>
        <p:nvPicPr>
          <p:cNvPr id="3" name="Picture 2">
            <a:extLst>
              <a:ext uri="{FF2B5EF4-FFF2-40B4-BE49-F238E27FC236}">
                <a16:creationId xmlns:a16="http://schemas.microsoft.com/office/drawing/2014/main" id="{51E79862-795B-F9A6-693D-E6780E167EB9}"/>
              </a:ext>
            </a:extLst>
          </p:cNvPr>
          <p:cNvPicPr>
            <a:picLocks noChangeAspect="1"/>
          </p:cNvPicPr>
          <p:nvPr/>
        </p:nvPicPr>
        <p:blipFill>
          <a:blip r:embed="rId2"/>
          <a:stretch>
            <a:fillRect/>
          </a:stretch>
        </p:blipFill>
        <p:spPr>
          <a:xfrm>
            <a:off x="717503" y="0"/>
            <a:ext cx="7708993" cy="5143500"/>
          </a:xfrm>
          <a:prstGeom prst="rect">
            <a:avLst/>
          </a:prstGeom>
        </p:spPr>
      </p:pic>
    </p:spTree>
    <p:extLst>
      <p:ext uri="{BB962C8B-B14F-4D97-AF65-F5344CB8AC3E}">
        <p14:creationId xmlns:p14="http://schemas.microsoft.com/office/powerpoint/2010/main" val="2106879602"/>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B9761EB-E116-152A-38FA-D3C0496DB5B2}"/>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E0CDEEC-3806-C762-09D6-30AE4E311FC0}"/>
              </a:ext>
            </a:extLst>
          </p:cNvPr>
          <p:cNvSpPr txBox="1"/>
          <p:nvPr/>
        </p:nvSpPr>
        <p:spPr>
          <a:xfrm>
            <a:off x="148385" y="89790"/>
            <a:ext cx="8150884" cy="400110"/>
          </a:xfrm>
          <a:prstGeom prst="rect">
            <a:avLst/>
          </a:prstGeom>
          <a:noFill/>
        </p:spPr>
        <p:txBody>
          <a:bodyPr wrap="square" rtlCol="0">
            <a:spAutoFit/>
          </a:bodyPr>
          <a:lstStyle/>
          <a:p>
            <a:r>
              <a:rPr lang="en-US" sz="2000" b="1" dirty="0"/>
              <a:t>WEEK </a:t>
            </a:r>
            <a:r>
              <a:rPr lang="en-US" altLang="zh-CN" sz="2000" b="1" dirty="0"/>
              <a:t>6</a:t>
            </a:r>
            <a:r>
              <a:rPr lang="en-US" sz="2000" b="1" dirty="0"/>
              <a:t> – RECAP - </a:t>
            </a:r>
            <a:r>
              <a:rPr lang="en-SG" sz="2000" b="1" dirty="0"/>
              <a:t>AUXILIARY PROJECTION - </a:t>
            </a:r>
            <a:r>
              <a:rPr lang="en-SG" sz="2000" b="1" dirty="0">
                <a:solidFill>
                  <a:srgbClr val="FF0000"/>
                </a:solidFill>
              </a:rPr>
              <a:t>PRECEDURES</a:t>
            </a:r>
            <a:endParaRPr lang="en-SG" sz="1600" dirty="0">
              <a:solidFill>
                <a:srgbClr val="FF0000"/>
              </a:solidFill>
            </a:endParaRPr>
          </a:p>
        </p:txBody>
      </p:sp>
      <p:sp>
        <p:nvSpPr>
          <p:cNvPr id="3" name="TextBox 2">
            <a:extLst>
              <a:ext uri="{FF2B5EF4-FFF2-40B4-BE49-F238E27FC236}">
                <a16:creationId xmlns:a16="http://schemas.microsoft.com/office/drawing/2014/main" id="{6345BFC1-82F7-910B-0FB3-8D5EF9B703B5}"/>
              </a:ext>
            </a:extLst>
          </p:cNvPr>
          <p:cNvSpPr txBox="1"/>
          <p:nvPr/>
        </p:nvSpPr>
        <p:spPr>
          <a:xfrm>
            <a:off x="827402" y="1354580"/>
            <a:ext cx="4533449" cy="400110"/>
          </a:xfrm>
          <a:prstGeom prst="rect">
            <a:avLst/>
          </a:prstGeom>
          <a:noFill/>
        </p:spPr>
        <p:txBody>
          <a:bodyPr wrap="square" rtlCol="0">
            <a:spAutoFit/>
          </a:bodyPr>
          <a:lstStyle/>
          <a:p>
            <a:r>
              <a:rPr lang="en-SG" sz="2000" b="1" dirty="0"/>
              <a:t>1. </a:t>
            </a:r>
            <a:r>
              <a:rPr lang="en-SG" sz="2000" b="1" dirty="0">
                <a:solidFill>
                  <a:srgbClr val="FF0000"/>
                </a:solidFill>
              </a:rPr>
              <a:t>R</a:t>
            </a:r>
            <a:r>
              <a:rPr lang="en-US" altLang="zh-CN" sz="2000" b="1" dirty="0" err="1">
                <a:solidFill>
                  <a:srgbClr val="FF0000"/>
                </a:solidFill>
              </a:rPr>
              <a:t>eproduce</a:t>
            </a:r>
            <a:r>
              <a:rPr lang="en-US" altLang="zh-CN" sz="2000" b="1" dirty="0">
                <a:solidFill>
                  <a:srgbClr val="FF0000"/>
                </a:solidFill>
              </a:rPr>
              <a:t> </a:t>
            </a:r>
            <a:r>
              <a:rPr lang="en-US" altLang="zh-CN" sz="2000" b="1" dirty="0"/>
              <a:t>the </a:t>
            </a:r>
            <a:r>
              <a:rPr lang="en-US" sz="2000" b="1" dirty="0"/>
              <a:t>principal</a:t>
            </a:r>
            <a:r>
              <a:rPr lang="en-US" altLang="zh-CN" sz="2000" b="1" dirty="0"/>
              <a:t> views</a:t>
            </a:r>
            <a:endParaRPr lang="en-SG" sz="1600" dirty="0"/>
          </a:p>
        </p:txBody>
      </p:sp>
      <p:sp>
        <p:nvSpPr>
          <p:cNvPr id="10" name="TextBox 9">
            <a:extLst>
              <a:ext uri="{FF2B5EF4-FFF2-40B4-BE49-F238E27FC236}">
                <a16:creationId xmlns:a16="http://schemas.microsoft.com/office/drawing/2014/main" id="{B2F4B397-AF1B-CCC7-AAF3-A08BB2C40511}"/>
              </a:ext>
            </a:extLst>
          </p:cNvPr>
          <p:cNvSpPr txBox="1"/>
          <p:nvPr/>
        </p:nvSpPr>
        <p:spPr>
          <a:xfrm>
            <a:off x="827401" y="1957000"/>
            <a:ext cx="7646358" cy="400110"/>
          </a:xfrm>
          <a:prstGeom prst="rect">
            <a:avLst/>
          </a:prstGeom>
          <a:noFill/>
        </p:spPr>
        <p:txBody>
          <a:bodyPr wrap="square" rtlCol="0">
            <a:spAutoFit/>
          </a:bodyPr>
          <a:lstStyle/>
          <a:p>
            <a:r>
              <a:rPr lang="en-SG" sz="2000" b="1" dirty="0"/>
              <a:t>2. </a:t>
            </a:r>
            <a:r>
              <a:rPr lang="en-SG" sz="2000" b="1" dirty="0">
                <a:solidFill>
                  <a:srgbClr val="FF0000"/>
                </a:solidFill>
              </a:rPr>
              <a:t>Projectors </a:t>
            </a:r>
            <a:r>
              <a:rPr lang="en-US" sz="2000" b="1" dirty="0">
                <a:solidFill>
                  <a:srgbClr val="FF0000"/>
                </a:solidFill>
              </a:rPr>
              <a:t>parallel </a:t>
            </a:r>
            <a:r>
              <a:rPr lang="en-US" sz="2000" b="1" dirty="0"/>
              <a:t>to the given direction from end points  </a:t>
            </a:r>
            <a:endParaRPr lang="en-SG" sz="1600" dirty="0"/>
          </a:p>
        </p:txBody>
      </p:sp>
      <p:sp>
        <p:nvSpPr>
          <p:cNvPr id="11" name="TextBox 10">
            <a:extLst>
              <a:ext uri="{FF2B5EF4-FFF2-40B4-BE49-F238E27FC236}">
                <a16:creationId xmlns:a16="http://schemas.microsoft.com/office/drawing/2014/main" id="{3EC4CAF4-AB49-F038-C76A-7757EF2C86CE}"/>
              </a:ext>
            </a:extLst>
          </p:cNvPr>
          <p:cNvSpPr txBox="1"/>
          <p:nvPr/>
        </p:nvSpPr>
        <p:spPr>
          <a:xfrm>
            <a:off x="827401" y="2521894"/>
            <a:ext cx="7646358" cy="400110"/>
          </a:xfrm>
          <a:prstGeom prst="rect">
            <a:avLst/>
          </a:prstGeom>
          <a:noFill/>
        </p:spPr>
        <p:txBody>
          <a:bodyPr wrap="square" rtlCol="0">
            <a:spAutoFit/>
          </a:bodyPr>
          <a:lstStyle/>
          <a:p>
            <a:r>
              <a:rPr lang="en-SG" sz="2000" b="1" dirty="0"/>
              <a:t>3. </a:t>
            </a:r>
            <a:r>
              <a:rPr lang="en-US" sz="2000" b="1" dirty="0">
                <a:solidFill>
                  <a:srgbClr val="FF0000"/>
                </a:solidFill>
              </a:rPr>
              <a:t>G</a:t>
            </a:r>
            <a:r>
              <a:rPr lang="en-US" altLang="zh-CN" sz="2000" b="1" dirty="0">
                <a:solidFill>
                  <a:srgbClr val="FF0000"/>
                </a:solidFill>
              </a:rPr>
              <a:t>round line </a:t>
            </a:r>
            <a:r>
              <a:rPr lang="en-US" altLang="zh-CN" sz="2000" b="1" dirty="0"/>
              <a:t>perpendicular to the projectors</a:t>
            </a:r>
            <a:endParaRPr lang="en-SG" sz="1600" dirty="0"/>
          </a:p>
        </p:txBody>
      </p:sp>
      <p:sp>
        <p:nvSpPr>
          <p:cNvPr id="12" name="TextBox 11">
            <a:extLst>
              <a:ext uri="{FF2B5EF4-FFF2-40B4-BE49-F238E27FC236}">
                <a16:creationId xmlns:a16="http://schemas.microsoft.com/office/drawing/2014/main" id="{696E73A2-DC85-C425-1B62-3A68A1BF11E3}"/>
              </a:ext>
            </a:extLst>
          </p:cNvPr>
          <p:cNvSpPr txBox="1"/>
          <p:nvPr/>
        </p:nvSpPr>
        <p:spPr>
          <a:xfrm>
            <a:off x="827401" y="3147113"/>
            <a:ext cx="7646358" cy="400110"/>
          </a:xfrm>
          <a:prstGeom prst="rect">
            <a:avLst/>
          </a:prstGeom>
          <a:noFill/>
        </p:spPr>
        <p:txBody>
          <a:bodyPr wrap="square" rtlCol="0">
            <a:spAutoFit/>
          </a:bodyPr>
          <a:lstStyle/>
          <a:p>
            <a:r>
              <a:rPr lang="en-SG" sz="2000" b="1" dirty="0"/>
              <a:t>4. </a:t>
            </a:r>
            <a:r>
              <a:rPr lang="en-US" sz="2000" b="1" dirty="0">
                <a:solidFill>
                  <a:srgbClr val="FF0000"/>
                </a:solidFill>
              </a:rPr>
              <a:t>Transfer</a:t>
            </a:r>
            <a:r>
              <a:rPr lang="en-US" sz="2000" b="1" dirty="0"/>
              <a:t> heights/widths</a:t>
            </a:r>
            <a:endParaRPr lang="en-SG" sz="1600" dirty="0"/>
          </a:p>
        </p:txBody>
      </p:sp>
    </p:spTree>
    <p:extLst>
      <p:ext uri="{BB962C8B-B14F-4D97-AF65-F5344CB8AC3E}">
        <p14:creationId xmlns:p14="http://schemas.microsoft.com/office/powerpoint/2010/main" val="3309710374"/>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44CB4A-603E-06EB-8270-2CE2379F695C}"/>
            </a:ext>
          </a:extLst>
        </p:cNvPr>
        <p:cNvGrpSpPr/>
        <p:nvPr/>
      </p:nvGrpSpPr>
      <p:grpSpPr>
        <a:xfrm>
          <a:off x="0" y="0"/>
          <a:ext cx="0" cy="0"/>
          <a:chOff x="0" y="0"/>
          <a:chExt cx="0" cy="0"/>
        </a:xfrm>
      </p:grpSpPr>
      <p:sp>
        <p:nvSpPr>
          <p:cNvPr id="4" name="TextBox 3">
            <a:extLst>
              <a:ext uri="{FF2B5EF4-FFF2-40B4-BE49-F238E27FC236}">
                <a16:creationId xmlns:a16="http://schemas.microsoft.com/office/drawing/2014/main" id="{D95EDDF4-24BC-D2A9-055C-55FA08094D40}"/>
              </a:ext>
            </a:extLst>
          </p:cNvPr>
          <p:cNvSpPr txBox="1"/>
          <p:nvPr/>
        </p:nvSpPr>
        <p:spPr>
          <a:xfrm>
            <a:off x="148384" y="536850"/>
            <a:ext cx="8908529" cy="400110"/>
          </a:xfrm>
          <a:prstGeom prst="rect">
            <a:avLst/>
          </a:prstGeom>
          <a:noFill/>
        </p:spPr>
        <p:txBody>
          <a:bodyPr wrap="square" rtlCol="0">
            <a:spAutoFit/>
          </a:bodyPr>
          <a:lstStyle/>
          <a:p>
            <a:r>
              <a:rPr lang="en-SG" sz="2000" b="1" dirty="0"/>
              <a:t>H</a:t>
            </a:r>
            <a:r>
              <a:rPr lang="en-US" altLang="zh-CN" sz="2000" b="1" dirty="0"/>
              <a:t>ow many points ? </a:t>
            </a:r>
            <a:r>
              <a:rPr lang="en-US" altLang="zh-CN" sz="2000" b="1" dirty="0">
                <a:solidFill>
                  <a:srgbClr val="FF0000"/>
                </a:solidFill>
              </a:rPr>
              <a:t>Up to you, usually two in the middle for a quarter of a circle.</a:t>
            </a:r>
            <a:endParaRPr lang="en-SG" sz="2000" b="1" dirty="0">
              <a:solidFill>
                <a:srgbClr val="FF0000"/>
              </a:solidFill>
            </a:endParaRPr>
          </a:p>
        </p:txBody>
      </p:sp>
      <p:sp>
        <p:nvSpPr>
          <p:cNvPr id="15" name="Partial Circle 14">
            <a:extLst>
              <a:ext uri="{FF2B5EF4-FFF2-40B4-BE49-F238E27FC236}">
                <a16:creationId xmlns:a16="http://schemas.microsoft.com/office/drawing/2014/main" id="{6BC66131-7736-4AE5-163A-2C4524466A13}"/>
              </a:ext>
            </a:extLst>
          </p:cNvPr>
          <p:cNvSpPr/>
          <p:nvPr/>
        </p:nvSpPr>
        <p:spPr>
          <a:xfrm>
            <a:off x="1313736" y="1907793"/>
            <a:ext cx="3111835" cy="3111835"/>
          </a:xfrm>
          <a:prstGeom prst="pie">
            <a:avLst>
              <a:gd name="adj1" fmla="val 10797228"/>
              <a:gd name="adj2" fmla="val 16185564"/>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solidFill>
                <a:schemeClr val="tx1"/>
              </a:solidFill>
            </a:endParaRPr>
          </a:p>
        </p:txBody>
      </p:sp>
      <p:sp>
        <p:nvSpPr>
          <p:cNvPr id="16" name="TextBox 15">
            <a:extLst>
              <a:ext uri="{FF2B5EF4-FFF2-40B4-BE49-F238E27FC236}">
                <a16:creationId xmlns:a16="http://schemas.microsoft.com/office/drawing/2014/main" id="{EF615D94-4BD8-D1D0-7FBE-CE2EFCFC1B5A}"/>
              </a:ext>
            </a:extLst>
          </p:cNvPr>
          <p:cNvSpPr txBox="1"/>
          <p:nvPr/>
        </p:nvSpPr>
        <p:spPr>
          <a:xfrm>
            <a:off x="1675688" y="1057835"/>
            <a:ext cx="1009486" cy="400110"/>
          </a:xfrm>
          <a:prstGeom prst="rect">
            <a:avLst/>
          </a:prstGeom>
          <a:noFill/>
        </p:spPr>
        <p:txBody>
          <a:bodyPr wrap="square" rtlCol="0">
            <a:spAutoFit/>
          </a:bodyPr>
          <a:lstStyle/>
          <a:p>
            <a:r>
              <a:rPr lang="en-US" sz="2000" b="1" dirty="0"/>
              <a:t>Way 1</a:t>
            </a:r>
            <a:endParaRPr lang="en-SG" sz="2000" b="1" dirty="0"/>
          </a:p>
        </p:txBody>
      </p:sp>
      <p:sp>
        <p:nvSpPr>
          <p:cNvPr id="9" name="Multiplication Sign 8">
            <a:extLst>
              <a:ext uri="{FF2B5EF4-FFF2-40B4-BE49-F238E27FC236}">
                <a16:creationId xmlns:a16="http://schemas.microsoft.com/office/drawing/2014/main" id="{D0D65740-AC89-062B-C0A0-0D012B2ED40B}"/>
              </a:ext>
            </a:extLst>
          </p:cNvPr>
          <p:cNvSpPr/>
          <p:nvPr/>
        </p:nvSpPr>
        <p:spPr>
          <a:xfrm>
            <a:off x="2685337" y="1742626"/>
            <a:ext cx="330333" cy="330333"/>
          </a:xfrm>
          <a:prstGeom prst="mathMultiply">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3" name="Multiplication Sign 12">
            <a:extLst>
              <a:ext uri="{FF2B5EF4-FFF2-40B4-BE49-F238E27FC236}">
                <a16:creationId xmlns:a16="http://schemas.microsoft.com/office/drawing/2014/main" id="{20616771-64EE-66F9-DD39-F198FDEF96A3}"/>
              </a:ext>
            </a:extLst>
          </p:cNvPr>
          <p:cNvSpPr/>
          <p:nvPr/>
        </p:nvSpPr>
        <p:spPr>
          <a:xfrm>
            <a:off x="1148569" y="3298543"/>
            <a:ext cx="330333" cy="330333"/>
          </a:xfrm>
          <a:prstGeom prst="mathMultiply">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7" name="Multiplication Sign 16">
            <a:extLst>
              <a:ext uri="{FF2B5EF4-FFF2-40B4-BE49-F238E27FC236}">
                <a16:creationId xmlns:a16="http://schemas.microsoft.com/office/drawing/2014/main" id="{F4E39156-4C15-1020-A7E0-6DAF192B121D}"/>
              </a:ext>
            </a:extLst>
          </p:cNvPr>
          <p:cNvSpPr/>
          <p:nvPr/>
        </p:nvSpPr>
        <p:spPr>
          <a:xfrm>
            <a:off x="2185811" y="1830130"/>
            <a:ext cx="330333" cy="330333"/>
          </a:xfrm>
          <a:prstGeom prst="mathMultiply">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18" name="Multiplication Sign 17">
            <a:extLst>
              <a:ext uri="{FF2B5EF4-FFF2-40B4-BE49-F238E27FC236}">
                <a16:creationId xmlns:a16="http://schemas.microsoft.com/office/drawing/2014/main" id="{4240C1DE-829C-7C3A-486F-A3B39C6F40F0}"/>
              </a:ext>
            </a:extLst>
          </p:cNvPr>
          <p:cNvSpPr/>
          <p:nvPr/>
        </p:nvSpPr>
        <p:spPr>
          <a:xfrm>
            <a:off x="1675688" y="2152923"/>
            <a:ext cx="330333" cy="330333"/>
          </a:xfrm>
          <a:prstGeom prst="mathMultiply">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cxnSp>
        <p:nvCxnSpPr>
          <p:cNvPr id="20" name="Straight Connector 19">
            <a:extLst>
              <a:ext uri="{FF2B5EF4-FFF2-40B4-BE49-F238E27FC236}">
                <a16:creationId xmlns:a16="http://schemas.microsoft.com/office/drawing/2014/main" id="{9FC11F83-DB0C-738A-EA3E-C91D979E0F01}"/>
              </a:ext>
            </a:extLst>
          </p:cNvPr>
          <p:cNvCxnSpPr>
            <a:cxnSpLocks/>
          </p:cNvCxnSpPr>
          <p:nvPr/>
        </p:nvCxnSpPr>
        <p:spPr>
          <a:xfrm>
            <a:off x="2850503" y="1654629"/>
            <a:ext cx="14360" cy="2948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21" name="Straight Connector 20">
            <a:extLst>
              <a:ext uri="{FF2B5EF4-FFF2-40B4-BE49-F238E27FC236}">
                <a16:creationId xmlns:a16="http://schemas.microsoft.com/office/drawing/2014/main" id="{B9CBD141-83DD-1296-1FE8-60B13CBD9A2B}"/>
              </a:ext>
            </a:extLst>
          </p:cNvPr>
          <p:cNvCxnSpPr>
            <a:cxnSpLocks/>
          </p:cNvCxnSpPr>
          <p:nvPr/>
        </p:nvCxnSpPr>
        <p:spPr>
          <a:xfrm>
            <a:off x="2348351" y="1654629"/>
            <a:ext cx="0" cy="2948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22" name="Straight Connector 21">
            <a:extLst>
              <a:ext uri="{FF2B5EF4-FFF2-40B4-BE49-F238E27FC236}">
                <a16:creationId xmlns:a16="http://schemas.microsoft.com/office/drawing/2014/main" id="{1DCD2159-AAB7-297D-6DFC-DAE900DD0591}"/>
              </a:ext>
            </a:extLst>
          </p:cNvPr>
          <p:cNvCxnSpPr>
            <a:cxnSpLocks/>
          </p:cNvCxnSpPr>
          <p:nvPr/>
        </p:nvCxnSpPr>
        <p:spPr>
          <a:xfrm>
            <a:off x="1831839" y="1654629"/>
            <a:ext cx="0" cy="2948489"/>
          </a:xfrm>
          <a:prstGeom prst="line">
            <a:avLst/>
          </a:prstGeom>
        </p:spPr>
        <p:style>
          <a:lnRef idx="2">
            <a:schemeClr val="accent1"/>
          </a:lnRef>
          <a:fillRef idx="0">
            <a:schemeClr val="accent1"/>
          </a:fillRef>
          <a:effectRef idx="1">
            <a:schemeClr val="accent1"/>
          </a:effectRef>
          <a:fontRef idx="minor">
            <a:schemeClr val="tx1"/>
          </a:fontRef>
        </p:style>
      </p:cxnSp>
      <p:cxnSp>
        <p:nvCxnSpPr>
          <p:cNvPr id="23" name="Straight Connector 22">
            <a:extLst>
              <a:ext uri="{FF2B5EF4-FFF2-40B4-BE49-F238E27FC236}">
                <a16:creationId xmlns:a16="http://schemas.microsoft.com/office/drawing/2014/main" id="{5047754E-C98B-3DF8-479B-E33BE6F63051}"/>
              </a:ext>
            </a:extLst>
          </p:cNvPr>
          <p:cNvCxnSpPr>
            <a:cxnSpLocks/>
          </p:cNvCxnSpPr>
          <p:nvPr/>
        </p:nvCxnSpPr>
        <p:spPr>
          <a:xfrm>
            <a:off x="1313735" y="1654629"/>
            <a:ext cx="1592" cy="2948489"/>
          </a:xfrm>
          <a:prstGeom prst="line">
            <a:avLst/>
          </a:prstGeom>
        </p:spPr>
        <p:style>
          <a:lnRef idx="2">
            <a:schemeClr val="accent1"/>
          </a:lnRef>
          <a:fillRef idx="0">
            <a:schemeClr val="accent1"/>
          </a:fillRef>
          <a:effectRef idx="1">
            <a:schemeClr val="accent1"/>
          </a:effectRef>
          <a:fontRef idx="minor">
            <a:schemeClr val="tx1"/>
          </a:fontRef>
        </p:style>
      </p:cxnSp>
      <p:sp>
        <p:nvSpPr>
          <p:cNvPr id="3" name="TextBox 2">
            <a:extLst>
              <a:ext uri="{FF2B5EF4-FFF2-40B4-BE49-F238E27FC236}">
                <a16:creationId xmlns:a16="http://schemas.microsoft.com/office/drawing/2014/main" id="{9294B806-5594-0323-D22A-B2B963E8B77E}"/>
              </a:ext>
            </a:extLst>
          </p:cNvPr>
          <p:cNvSpPr txBox="1"/>
          <p:nvPr/>
        </p:nvSpPr>
        <p:spPr>
          <a:xfrm>
            <a:off x="148385" y="89790"/>
            <a:ext cx="8150884" cy="400110"/>
          </a:xfrm>
          <a:prstGeom prst="rect">
            <a:avLst/>
          </a:prstGeom>
          <a:noFill/>
        </p:spPr>
        <p:txBody>
          <a:bodyPr wrap="square" rtlCol="0">
            <a:spAutoFit/>
          </a:bodyPr>
          <a:lstStyle/>
          <a:p>
            <a:r>
              <a:rPr lang="en-US" sz="2000" b="1" dirty="0"/>
              <a:t>WEEK </a:t>
            </a:r>
            <a:r>
              <a:rPr lang="en-US" altLang="zh-CN" sz="2000" b="1" dirty="0"/>
              <a:t>6</a:t>
            </a:r>
            <a:r>
              <a:rPr lang="en-US" sz="2000" b="1" dirty="0"/>
              <a:t> – RECAP - </a:t>
            </a:r>
            <a:r>
              <a:rPr lang="en-SG" sz="2000" b="1" dirty="0"/>
              <a:t>AUXILIARY PROJECTION - </a:t>
            </a:r>
            <a:r>
              <a:rPr lang="en-SG" sz="2000" b="1" dirty="0">
                <a:solidFill>
                  <a:srgbClr val="FF0000"/>
                </a:solidFill>
              </a:rPr>
              <a:t>CURVES APPROXIMATION</a:t>
            </a:r>
            <a:endParaRPr lang="en-SG" sz="1600" dirty="0">
              <a:solidFill>
                <a:srgbClr val="FF0000"/>
              </a:solidFill>
            </a:endParaRPr>
          </a:p>
        </p:txBody>
      </p:sp>
      <p:sp>
        <p:nvSpPr>
          <p:cNvPr id="29" name="TextBox 28">
            <a:extLst>
              <a:ext uri="{FF2B5EF4-FFF2-40B4-BE49-F238E27FC236}">
                <a16:creationId xmlns:a16="http://schemas.microsoft.com/office/drawing/2014/main" id="{F2F09157-09A7-14D8-ED7C-2F40ECA8E9C5}"/>
              </a:ext>
            </a:extLst>
          </p:cNvPr>
          <p:cNvSpPr txBox="1"/>
          <p:nvPr/>
        </p:nvSpPr>
        <p:spPr>
          <a:xfrm>
            <a:off x="1314958" y="3711413"/>
            <a:ext cx="598168" cy="369332"/>
          </a:xfrm>
          <a:prstGeom prst="rect">
            <a:avLst/>
          </a:prstGeom>
          <a:noFill/>
        </p:spPr>
        <p:txBody>
          <a:bodyPr wrap="square" rtlCol="0">
            <a:spAutoFit/>
          </a:bodyPr>
          <a:lstStyle/>
          <a:p>
            <a:r>
              <a:rPr lang="en-US" dirty="0"/>
              <a:t>R/3</a:t>
            </a:r>
          </a:p>
        </p:txBody>
      </p:sp>
      <p:sp>
        <p:nvSpPr>
          <p:cNvPr id="30" name="TextBox 29">
            <a:extLst>
              <a:ext uri="{FF2B5EF4-FFF2-40B4-BE49-F238E27FC236}">
                <a16:creationId xmlns:a16="http://schemas.microsoft.com/office/drawing/2014/main" id="{055339F1-2056-FFB9-2B32-DF797B2D2EE5}"/>
              </a:ext>
            </a:extLst>
          </p:cNvPr>
          <p:cNvSpPr txBox="1"/>
          <p:nvPr/>
        </p:nvSpPr>
        <p:spPr>
          <a:xfrm>
            <a:off x="1817109" y="3711413"/>
            <a:ext cx="598168" cy="369332"/>
          </a:xfrm>
          <a:prstGeom prst="rect">
            <a:avLst/>
          </a:prstGeom>
          <a:noFill/>
        </p:spPr>
        <p:txBody>
          <a:bodyPr wrap="square" rtlCol="0">
            <a:spAutoFit/>
          </a:bodyPr>
          <a:lstStyle/>
          <a:p>
            <a:r>
              <a:rPr lang="en-US" dirty="0"/>
              <a:t>R/3</a:t>
            </a:r>
          </a:p>
        </p:txBody>
      </p:sp>
      <p:sp>
        <p:nvSpPr>
          <p:cNvPr id="31" name="TextBox 30">
            <a:extLst>
              <a:ext uri="{FF2B5EF4-FFF2-40B4-BE49-F238E27FC236}">
                <a16:creationId xmlns:a16="http://schemas.microsoft.com/office/drawing/2014/main" id="{FA261254-0AC3-EB8A-70A2-E1AF23EE9BDB}"/>
              </a:ext>
            </a:extLst>
          </p:cNvPr>
          <p:cNvSpPr txBox="1"/>
          <p:nvPr/>
        </p:nvSpPr>
        <p:spPr>
          <a:xfrm>
            <a:off x="2333806" y="3711413"/>
            <a:ext cx="598168" cy="369332"/>
          </a:xfrm>
          <a:prstGeom prst="rect">
            <a:avLst/>
          </a:prstGeom>
          <a:noFill/>
        </p:spPr>
        <p:txBody>
          <a:bodyPr wrap="square" rtlCol="0">
            <a:spAutoFit/>
          </a:bodyPr>
          <a:lstStyle/>
          <a:p>
            <a:r>
              <a:rPr lang="en-US" dirty="0"/>
              <a:t>R/3</a:t>
            </a:r>
          </a:p>
        </p:txBody>
      </p:sp>
      <p:grpSp>
        <p:nvGrpSpPr>
          <p:cNvPr id="38" name="Group 37">
            <a:extLst>
              <a:ext uri="{FF2B5EF4-FFF2-40B4-BE49-F238E27FC236}">
                <a16:creationId xmlns:a16="http://schemas.microsoft.com/office/drawing/2014/main" id="{A392C3ED-8367-FE17-757A-EF458916643D}"/>
              </a:ext>
            </a:extLst>
          </p:cNvPr>
          <p:cNvGrpSpPr/>
          <p:nvPr/>
        </p:nvGrpSpPr>
        <p:grpSpPr>
          <a:xfrm>
            <a:off x="5319688" y="1736413"/>
            <a:ext cx="3277002" cy="3277002"/>
            <a:chOff x="4776915" y="1729859"/>
            <a:chExt cx="3277002" cy="3277002"/>
          </a:xfrm>
        </p:grpSpPr>
        <p:sp>
          <p:nvSpPr>
            <p:cNvPr id="24" name="Partial Circle 23">
              <a:extLst>
                <a:ext uri="{FF2B5EF4-FFF2-40B4-BE49-F238E27FC236}">
                  <a16:creationId xmlns:a16="http://schemas.microsoft.com/office/drawing/2014/main" id="{587A3A93-9D1E-72E5-F096-A272DC32FAC0}"/>
                </a:ext>
              </a:extLst>
            </p:cNvPr>
            <p:cNvSpPr/>
            <p:nvPr/>
          </p:nvSpPr>
          <p:spPr>
            <a:xfrm>
              <a:off x="4942082" y="1895026"/>
              <a:ext cx="3111835" cy="3111835"/>
            </a:xfrm>
            <a:prstGeom prst="pie">
              <a:avLst>
                <a:gd name="adj1" fmla="val 14370614"/>
                <a:gd name="adj2" fmla="val 16185564"/>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solidFill>
                  <a:schemeClr val="tx1"/>
                </a:solidFill>
              </a:endParaRPr>
            </a:p>
          </p:txBody>
        </p:sp>
        <p:sp>
          <p:nvSpPr>
            <p:cNvPr id="33" name="Partial Circle 32">
              <a:extLst>
                <a:ext uri="{FF2B5EF4-FFF2-40B4-BE49-F238E27FC236}">
                  <a16:creationId xmlns:a16="http://schemas.microsoft.com/office/drawing/2014/main" id="{A5CD09C7-F73D-3683-4508-D2F1D8DCBDEA}"/>
                </a:ext>
              </a:extLst>
            </p:cNvPr>
            <p:cNvSpPr/>
            <p:nvPr/>
          </p:nvSpPr>
          <p:spPr>
            <a:xfrm>
              <a:off x="4942082" y="1895024"/>
              <a:ext cx="3111835" cy="3111835"/>
            </a:xfrm>
            <a:prstGeom prst="pie">
              <a:avLst>
                <a:gd name="adj1" fmla="val 10779264"/>
                <a:gd name="adj2" fmla="val 12398097"/>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solidFill>
                  <a:schemeClr val="tx1"/>
                </a:solidFill>
              </a:endParaRPr>
            </a:p>
          </p:txBody>
        </p:sp>
        <p:sp>
          <p:nvSpPr>
            <p:cNvPr id="34" name="Partial Circle 33">
              <a:extLst>
                <a:ext uri="{FF2B5EF4-FFF2-40B4-BE49-F238E27FC236}">
                  <a16:creationId xmlns:a16="http://schemas.microsoft.com/office/drawing/2014/main" id="{6FB94E0B-B518-3C58-4CAE-0CF1A6258833}"/>
                </a:ext>
              </a:extLst>
            </p:cNvPr>
            <p:cNvSpPr/>
            <p:nvPr/>
          </p:nvSpPr>
          <p:spPr>
            <a:xfrm>
              <a:off x="4942082" y="1895022"/>
              <a:ext cx="3111835" cy="3111835"/>
            </a:xfrm>
            <a:prstGeom prst="pie">
              <a:avLst>
                <a:gd name="adj1" fmla="val 12408755"/>
                <a:gd name="adj2" fmla="val 14367764"/>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solidFill>
                  <a:schemeClr val="tx1"/>
                </a:solidFill>
              </a:endParaRPr>
            </a:p>
          </p:txBody>
        </p:sp>
        <p:sp>
          <p:nvSpPr>
            <p:cNvPr id="25" name="Multiplication Sign 24">
              <a:extLst>
                <a:ext uri="{FF2B5EF4-FFF2-40B4-BE49-F238E27FC236}">
                  <a16:creationId xmlns:a16="http://schemas.microsoft.com/office/drawing/2014/main" id="{951B6434-D151-B81A-5411-5753BFA71A94}"/>
                </a:ext>
              </a:extLst>
            </p:cNvPr>
            <p:cNvSpPr/>
            <p:nvPr/>
          </p:nvSpPr>
          <p:spPr>
            <a:xfrm>
              <a:off x="6313683" y="1729859"/>
              <a:ext cx="330333" cy="330333"/>
            </a:xfrm>
            <a:prstGeom prst="mathMultiply">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28" name="Multiplication Sign 27">
              <a:extLst>
                <a:ext uri="{FF2B5EF4-FFF2-40B4-BE49-F238E27FC236}">
                  <a16:creationId xmlns:a16="http://schemas.microsoft.com/office/drawing/2014/main" id="{60D9D109-E937-F5EF-921C-936C8CA8C7D9}"/>
                </a:ext>
              </a:extLst>
            </p:cNvPr>
            <p:cNvSpPr/>
            <p:nvPr/>
          </p:nvSpPr>
          <p:spPr>
            <a:xfrm>
              <a:off x="4942082" y="2560213"/>
              <a:ext cx="330333" cy="330333"/>
            </a:xfrm>
            <a:prstGeom prst="mathMultiply">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26" name="Multiplication Sign 25">
              <a:extLst>
                <a:ext uri="{FF2B5EF4-FFF2-40B4-BE49-F238E27FC236}">
                  <a16:creationId xmlns:a16="http://schemas.microsoft.com/office/drawing/2014/main" id="{C95311F9-8BE7-4593-70BC-BAC63E55816B}"/>
                </a:ext>
              </a:extLst>
            </p:cNvPr>
            <p:cNvSpPr/>
            <p:nvPr/>
          </p:nvSpPr>
          <p:spPr>
            <a:xfrm>
              <a:off x="4776915" y="3285776"/>
              <a:ext cx="330333" cy="330333"/>
            </a:xfrm>
            <a:prstGeom prst="mathMultiply">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27" name="Multiplication Sign 26">
              <a:extLst>
                <a:ext uri="{FF2B5EF4-FFF2-40B4-BE49-F238E27FC236}">
                  <a16:creationId xmlns:a16="http://schemas.microsoft.com/office/drawing/2014/main" id="{93CA6CFD-922C-8658-E149-5F5123D64923}"/>
                </a:ext>
              </a:extLst>
            </p:cNvPr>
            <p:cNvSpPr/>
            <p:nvPr/>
          </p:nvSpPr>
          <p:spPr>
            <a:xfrm>
              <a:off x="5559928" y="1910186"/>
              <a:ext cx="330333" cy="330333"/>
            </a:xfrm>
            <a:prstGeom prst="mathMultiply">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sp>
          <p:nvSpPr>
            <p:cNvPr id="32" name="TextBox 31">
              <a:extLst>
                <a:ext uri="{FF2B5EF4-FFF2-40B4-BE49-F238E27FC236}">
                  <a16:creationId xmlns:a16="http://schemas.microsoft.com/office/drawing/2014/main" id="{5E46D6F0-86C3-531E-FCEB-06872B2403EB}"/>
                </a:ext>
              </a:extLst>
            </p:cNvPr>
            <p:cNvSpPr txBox="1"/>
            <p:nvPr/>
          </p:nvSpPr>
          <p:spPr>
            <a:xfrm>
              <a:off x="5300736" y="3069690"/>
              <a:ext cx="699469" cy="646331"/>
            </a:xfrm>
            <a:prstGeom prst="rect">
              <a:avLst/>
            </a:prstGeom>
            <a:noFill/>
          </p:spPr>
          <p:txBody>
            <a:bodyPr wrap="square" rtlCol="0">
              <a:spAutoFit/>
            </a:bodyPr>
            <a:lstStyle/>
            <a:p>
              <a:r>
                <a:rPr lang="en-US" dirty="0"/>
                <a:t>30°</a:t>
              </a:r>
            </a:p>
            <a:p>
              <a:endParaRPr lang="en-US" dirty="0"/>
            </a:p>
          </p:txBody>
        </p:sp>
        <p:sp>
          <p:nvSpPr>
            <p:cNvPr id="35" name="TextBox 34">
              <a:extLst>
                <a:ext uri="{FF2B5EF4-FFF2-40B4-BE49-F238E27FC236}">
                  <a16:creationId xmlns:a16="http://schemas.microsoft.com/office/drawing/2014/main" id="{227DA703-00DC-9729-36F6-9090FC346234}"/>
                </a:ext>
              </a:extLst>
            </p:cNvPr>
            <p:cNvSpPr txBox="1"/>
            <p:nvPr/>
          </p:nvSpPr>
          <p:spPr>
            <a:xfrm>
              <a:off x="5659390" y="2746524"/>
              <a:ext cx="699469" cy="646331"/>
            </a:xfrm>
            <a:prstGeom prst="rect">
              <a:avLst/>
            </a:prstGeom>
            <a:noFill/>
          </p:spPr>
          <p:txBody>
            <a:bodyPr wrap="square" rtlCol="0">
              <a:spAutoFit/>
            </a:bodyPr>
            <a:lstStyle/>
            <a:p>
              <a:r>
                <a:rPr lang="en-US" dirty="0"/>
                <a:t>30°</a:t>
              </a:r>
            </a:p>
            <a:p>
              <a:endParaRPr lang="en-US" dirty="0"/>
            </a:p>
          </p:txBody>
        </p:sp>
        <p:sp>
          <p:nvSpPr>
            <p:cNvPr id="36" name="TextBox 35">
              <a:extLst>
                <a:ext uri="{FF2B5EF4-FFF2-40B4-BE49-F238E27FC236}">
                  <a16:creationId xmlns:a16="http://schemas.microsoft.com/office/drawing/2014/main" id="{75708C4E-D3A9-7CA6-BD8D-7D2DFC5FE38D}"/>
                </a:ext>
              </a:extLst>
            </p:cNvPr>
            <p:cNvSpPr txBox="1"/>
            <p:nvPr/>
          </p:nvSpPr>
          <p:spPr>
            <a:xfrm>
              <a:off x="6046365" y="2483256"/>
              <a:ext cx="699469" cy="646331"/>
            </a:xfrm>
            <a:prstGeom prst="rect">
              <a:avLst/>
            </a:prstGeom>
            <a:noFill/>
          </p:spPr>
          <p:txBody>
            <a:bodyPr wrap="square" rtlCol="0">
              <a:spAutoFit/>
            </a:bodyPr>
            <a:lstStyle/>
            <a:p>
              <a:r>
                <a:rPr lang="en-US" dirty="0"/>
                <a:t>30°</a:t>
              </a:r>
            </a:p>
            <a:p>
              <a:endParaRPr lang="en-US" dirty="0"/>
            </a:p>
          </p:txBody>
        </p:sp>
      </p:grpSp>
      <p:sp>
        <p:nvSpPr>
          <p:cNvPr id="39" name="Rounded Rectangle 38">
            <a:extLst>
              <a:ext uri="{FF2B5EF4-FFF2-40B4-BE49-F238E27FC236}">
                <a16:creationId xmlns:a16="http://schemas.microsoft.com/office/drawing/2014/main" id="{C6DBCC20-8C7B-1408-7133-DD838AC0C79A}"/>
              </a:ext>
            </a:extLst>
          </p:cNvPr>
          <p:cNvSpPr/>
          <p:nvPr/>
        </p:nvSpPr>
        <p:spPr>
          <a:xfrm>
            <a:off x="1071154" y="3711413"/>
            <a:ext cx="2030563" cy="369332"/>
          </a:xfrm>
          <a:prstGeom prst="roundRect">
            <a:avLst/>
          </a:prstGeom>
          <a:noFill/>
          <a:ln>
            <a:solidFill>
              <a:srgbClr val="FF00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n-US"/>
          </a:p>
        </p:txBody>
      </p:sp>
      <p:sp>
        <p:nvSpPr>
          <p:cNvPr id="40" name="TextBox 39">
            <a:extLst>
              <a:ext uri="{FF2B5EF4-FFF2-40B4-BE49-F238E27FC236}">
                <a16:creationId xmlns:a16="http://schemas.microsoft.com/office/drawing/2014/main" id="{A2AC3A83-252D-03A2-3232-E1EF943CC7D2}"/>
              </a:ext>
            </a:extLst>
          </p:cNvPr>
          <p:cNvSpPr txBox="1"/>
          <p:nvPr/>
        </p:nvSpPr>
        <p:spPr>
          <a:xfrm>
            <a:off x="37850" y="4516054"/>
            <a:ext cx="6164313" cy="369332"/>
          </a:xfrm>
          <a:prstGeom prst="rect">
            <a:avLst/>
          </a:prstGeom>
          <a:noFill/>
        </p:spPr>
        <p:txBody>
          <a:bodyPr wrap="square" rtlCol="0">
            <a:spAutoFit/>
          </a:bodyPr>
          <a:lstStyle/>
          <a:p>
            <a:r>
              <a:rPr lang="en-US" dirty="0">
                <a:solidFill>
                  <a:srgbClr val="FF0000"/>
                </a:solidFill>
              </a:rPr>
              <a:t>No need to be exact, e.g., when R=20, you can use 7+7+6 </a:t>
            </a:r>
          </a:p>
        </p:txBody>
      </p:sp>
      <p:sp>
        <p:nvSpPr>
          <p:cNvPr id="2" name="TextBox 1">
            <a:extLst>
              <a:ext uri="{FF2B5EF4-FFF2-40B4-BE49-F238E27FC236}">
                <a16:creationId xmlns:a16="http://schemas.microsoft.com/office/drawing/2014/main" id="{04B73FF8-5FFD-FE4B-F0F4-4DC6CCD1B13E}"/>
              </a:ext>
            </a:extLst>
          </p:cNvPr>
          <p:cNvSpPr txBox="1"/>
          <p:nvPr/>
        </p:nvSpPr>
        <p:spPr>
          <a:xfrm>
            <a:off x="5892146" y="1102045"/>
            <a:ext cx="1009486" cy="400110"/>
          </a:xfrm>
          <a:prstGeom prst="rect">
            <a:avLst/>
          </a:prstGeom>
          <a:noFill/>
        </p:spPr>
        <p:txBody>
          <a:bodyPr wrap="square" rtlCol="0">
            <a:spAutoFit/>
          </a:bodyPr>
          <a:lstStyle/>
          <a:p>
            <a:r>
              <a:rPr lang="en-US" sz="2000" b="1" dirty="0"/>
              <a:t>Way 2</a:t>
            </a:r>
            <a:endParaRPr lang="en-SG" sz="2000" b="1" dirty="0"/>
          </a:p>
        </p:txBody>
      </p:sp>
    </p:spTree>
    <p:extLst>
      <p:ext uri="{BB962C8B-B14F-4D97-AF65-F5344CB8AC3E}">
        <p14:creationId xmlns:p14="http://schemas.microsoft.com/office/powerpoint/2010/main" val="182335063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61290B1-44C1-1776-DA97-1F2D97909E46}"/>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5C98D064-E38F-2350-C034-784EE921A6F2}"/>
              </a:ext>
            </a:extLst>
          </p:cNvPr>
          <p:cNvSpPr txBox="1"/>
          <p:nvPr/>
        </p:nvSpPr>
        <p:spPr>
          <a:xfrm>
            <a:off x="148385" y="89790"/>
            <a:ext cx="7990254" cy="400110"/>
          </a:xfrm>
          <a:prstGeom prst="rect">
            <a:avLst/>
          </a:prstGeom>
          <a:noFill/>
        </p:spPr>
        <p:txBody>
          <a:bodyPr wrap="square" rtlCol="0">
            <a:spAutoFit/>
          </a:bodyPr>
          <a:lstStyle/>
          <a:p>
            <a:r>
              <a:rPr lang="en-SG" sz="2000" b="1" dirty="0"/>
              <a:t>AUXILIARY PROJECTION – </a:t>
            </a:r>
            <a:r>
              <a:rPr lang="en-SG" sz="2000" b="1" dirty="0">
                <a:solidFill>
                  <a:srgbClr val="FF0000"/>
                </a:solidFill>
              </a:rPr>
              <a:t>FURTHEST POINTS OF A CYLINDER</a:t>
            </a:r>
            <a:endParaRPr lang="en-SG" sz="1600" dirty="0">
              <a:solidFill>
                <a:srgbClr val="FF0000"/>
              </a:solidFill>
            </a:endParaRPr>
          </a:p>
        </p:txBody>
      </p:sp>
      <p:sp>
        <p:nvSpPr>
          <p:cNvPr id="4" name="Oval 3">
            <a:extLst>
              <a:ext uri="{FF2B5EF4-FFF2-40B4-BE49-F238E27FC236}">
                <a16:creationId xmlns:a16="http://schemas.microsoft.com/office/drawing/2014/main" id="{ECD82855-0258-8D86-1B62-EE2111BF72C5}"/>
              </a:ext>
            </a:extLst>
          </p:cNvPr>
          <p:cNvSpPr/>
          <p:nvPr/>
        </p:nvSpPr>
        <p:spPr>
          <a:xfrm>
            <a:off x="1627726" y="1245631"/>
            <a:ext cx="2336268" cy="2336268"/>
          </a:xfrm>
          <a:prstGeom prst="ellipse">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8" name="Straight Arrow Connector 7">
            <a:extLst>
              <a:ext uri="{FF2B5EF4-FFF2-40B4-BE49-F238E27FC236}">
                <a16:creationId xmlns:a16="http://schemas.microsoft.com/office/drawing/2014/main" id="{82F3A830-CF9C-F1E1-AD35-3EC24C6EBAFF}"/>
              </a:ext>
            </a:extLst>
          </p:cNvPr>
          <p:cNvCxnSpPr>
            <a:cxnSpLocks/>
          </p:cNvCxnSpPr>
          <p:nvPr/>
        </p:nvCxnSpPr>
        <p:spPr>
          <a:xfrm flipV="1">
            <a:off x="311183" y="3143399"/>
            <a:ext cx="1077173" cy="49400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Connector 11">
            <a:extLst>
              <a:ext uri="{FF2B5EF4-FFF2-40B4-BE49-F238E27FC236}">
                <a16:creationId xmlns:a16="http://schemas.microsoft.com/office/drawing/2014/main" id="{E1AAF58C-36BE-04EE-3B04-13A38B235936}"/>
              </a:ext>
            </a:extLst>
          </p:cNvPr>
          <p:cNvCxnSpPr>
            <a:cxnSpLocks/>
          </p:cNvCxnSpPr>
          <p:nvPr/>
        </p:nvCxnSpPr>
        <p:spPr>
          <a:xfrm flipV="1">
            <a:off x="560130" y="509948"/>
            <a:ext cx="3483414" cy="1633413"/>
          </a:xfrm>
          <a:prstGeom prst="line">
            <a:avLst/>
          </a:prstGeom>
        </p:spPr>
        <p:style>
          <a:lnRef idx="2">
            <a:schemeClr val="accent1"/>
          </a:lnRef>
          <a:fillRef idx="0">
            <a:schemeClr val="accent1"/>
          </a:fillRef>
          <a:effectRef idx="1">
            <a:schemeClr val="accent1"/>
          </a:effectRef>
          <a:fontRef idx="minor">
            <a:schemeClr val="tx1"/>
          </a:fontRef>
        </p:style>
      </p:cxnSp>
      <p:cxnSp>
        <p:nvCxnSpPr>
          <p:cNvPr id="14" name="Straight Connector 13">
            <a:extLst>
              <a:ext uri="{FF2B5EF4-FFF2-40B4-BE49-F238E27FC236}">
                <a16:creationId xmlns:a16="http://schemas.microsoft.com/office/drawing/2014/main" id="{1D79DF2A-B103-921B-4BDE-E16FDDE1E455}"/>
              </a:ext>
            </a:extLst>
          </p:cNvPr>
          <p:cNvCxnSpPr>
            <a:cxnSpLocks/>
          </p:cNvCxnSpPr>
          <p:nvPr/>
        </p:nvCxnSpPr>
        <p:spPr>
          <a:xfrm flipV="1">
            <a:off x="1627726" y="2629983"/>
            <a:ext cx="3483414" cy="1633413"/>
          </a:xfrm>
          <a:prstGeom prst="line">
            <a:avLst/>
          </a:prstGeom>
        </p:spPr>
        <p:style>
          <a:lnRef idx="2">
            <a:schemeClr val="accent1"/>
          </a:lnRef>
          <a:fillRef idx="0">
            <a:schemeClr val="accent1"/>
          </a:fillRef>
          <a:effectRef idx="1">
            <a:schemeClr val="accent1"/>
          </a:effectRef>
          <a:fontRef idx="minor">
            <a:schemeClr val="tx1"/>
          </a:fontRef>
        </p:style>
      </p:cxnSp>
      <p:cxnSp>
        <p:nvCxnSpPr>
          <p:cNvPr id="16" name="Straight Connector 15">
            <a:extLst>
              <a:ext uri="{FF2B5EF4-FFF2-40B4-BE49-F238E27FC236}">
                <a16:creationId xmlns:a16="http://schemas.microsoft.com/office/drawing/2014/main" id="{54E4948D-1DB3-2E86-66F7-DA40CC47DCEE}"/>
              </a:ext>
            </a:extLst>
          </p:cNvPr>
          <p:cNvCxnSpPr/>
          <p:nvPr/>
        </p:nvCxnSpPr>
        <p:spPr>
          <a:xfrm flipH="1" flipV="1">
            <a:off x="1838373" y="509948"/>
            <a:ext cx="1914974" cy="3817893"/>
          </a:xfrm>
          <a:prstGeom prst="line">
            <a:avLst/>
          </a:prstGeom>
        </p:spPr>
        <p:style>
          <a:lnRef idx="2">
            <a:schemeClr val="accent2"/>
          </a:lnRef>
          <a:fillRef idx="0">
            <a:schemeClr val="accent2"/>
          </a:fillRef>
          <a:effectRef idx="1">
            <a:schemeClr val="accent2"/>
          </a:effectRef>
          <a:fontRef idx="minor">
            <a:schemeClr val="tx1"/>
          </a:fontRef>
        </p:style>
      </p:cxnSp>
      <p:sp>
        <p:nvSpPr>
          <p:cNvPr id="17" name="Multiplication Sign 16">
            <a:extLst>
              <a:ext uri="{FF2B5EF4-FFF2-40B4-BE49-F238E27FC236}">
                <a16:creationId xmlns:a16="http://schemas.microsoft.com/office/drawing/2014/main" id="{69DD0173-AE5E-07DC-B873-6B1B7EBA1A4A}"/>
              </a:ext>
            </a:extLst>
          </p:cNvPr>
          <p:cNvSpPr/>
          <p:nvPr/>
        </p:nvSpPr>
        <p:spPr>
          <a:xfrm>
            <a:off x="2630693" y="2248598"/>
            <a:ext cx="330333" cy="330333"/>
          </a:xfrm>
          <a:prstGeom prst="mathMultiply">
            <a:avLst/>
          </a:prstGeom>
        </p:spPr>
        <p:style>
          <a:lnRef idx="2">
            <a:schemeClr val="accent2"/>
          </a:lnRef>
          <a:fillRef idx="1">
            <a:schemeClr val="lt1"/>
          </a:fillRef>
          <a:effectRef idx="0">
            <a:schemeClr val="accent2"/>
          </a:effectRef>
          <a:fontRef idx="minor">
            <a:schemeClr val="dk1"/>
          </a:fontRef>
        </p:style>
        <p:txBody>
          <a:bodyPr rtlCol="0" anchor="ctr"/>
          <a:lstStyle/>
          <a:p>
            <a:pPr algn="ctr"/>
            <a:endParaRPr lang="en-US"/>
          </a:p>
        </p:txBody>
      </p:sp>
      <p:cxnSp>
        <p:nvCxnSpPr>
          <p:cNvPr id="5" name="Straight Arrow Connector 4">
            <a:extLst>
              <a:ext uri="{FF2B5EF4-FFF2-40B4-BE49-F238E27FC236}">
                <a16:creationId xmlns:a16="http://schemas.microsoft.com/office/drawing/2014/main" id="{3694D13E-10E9-DE83-96E2-5C8B0979D907}"/>
              </a:ext>
            </a:extLst>
          </p:cNvPr>
          <p:cNvCxnSpPr>
            <a:cxnSpLocks/>
          </p:cNvCxnSpPr>
          <p:nvPr/>
        </p:nvCxnSpPr>
        <p:spPr>
          <a:xfrm>
            <a:off x="2360023" y="1323703"/>
            <a:ext cx="3187337" cy="130628"/>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6" name="Straight Arrow Connector 5">
            <a:extLst>
              <a:ext uri="{FF2B5EF4-FFF2-40B4-BE49-F238E27FC236}">
                <a16:creationId xmlns:a16="http://schemas.microsoft.com/office/drawing/2014/main" id="{D930BE9F-5336-F947-8238-D8310ED7A275}"/>
              </a:ext>
            </a:extLst>
          </p:cNvPr>
          <p:cNvCxnSpPr>
            <a:cxnSpLocks/>
          </p:cNvCxnSpPr>
          <p:nvPr/>
        </p:nvCxnSpPr>
        <p:spPr>
          <a:xfrm flipV="1">
            <a:off x="3361509" y="1672046"/>
            <a:ext cx="2185851" cy="175913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1" name="Oval 10">
            <a:extLst>
              <a:ext uri="{FF2B5EF4-FFF2-40B4-BE49-F238E27FC236}">
                <a16:creationId xmlns:a16="http://schemas.microsoft.com/office/drawing/2014/main" id="{EC40E335-EF1D-21E1-7E58-0D22767B2094}"/>
              </a:ext>
            </a:extLst>
          </p:cNvPr>
          <p:cNvSpPr/>
          <p:nvPr/>
        </p:nvSpPr>
        <p:spPr>
          <a:xfrm>
            <a:off x="2133597" y="1219504"/>
            <a:ext cx="278369" cy="278369"/>
          </a:xfrm>
          <a:prstGeom prst="ellipse">
            <a:avLst/>
          </a:prstGeom>
          <a:noFill/>
          <a:ln w="38100">
            <a:solidFill>
              <a:srgbClr val="FF00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3" name="Oval 12">
            <a:extLst>
              <a:ext uri="{FF2B5EF4-FFF2-40B4-BE49-F238E27FC236}">
                <a16:creationId xmlns:a16="http://schemas.microsoft.com/office/drawing/2014/main" id="{05655CF6-9B2F-1853-71A2-A344E0AAF99D}"/>
              </a:ext>
            </a:extLst>
          </p:cNvPr>
          <p:cNvSpPr/>
          <p:nvPr/>
        </p:nvSpPr>
        <p:spPr>
          <a:xfrm>
            <a:off x="3174275" y="3313926"/>
            <a:ext cx="278369" cy="278369"/>
          </a:xfrm>
          <a:prstGeom prst="ellipse">
            <a:avLst/>
          </a:prstGeom>
          <a:noFill/>
          <a:ln w="38100">
            <a:solidFill>
              <a:srgbClr val="FF0000"/>
            </a:solidFill>
          </a:ln>
        </p:spPr>
        <p:style>
          <a:lnRef idx="2">
            <a:schemeClr val="dk1">
              <a:shade val="15000"/>
            </a:schemeClr>
          </a:lnRef>
          <a:fillRef idx="1">
            <a:schemeClr val="dk1"/>
          </a:fillRef>
          <a:effectRef idx="0">
            <a:schemeClr val="dk1"/>
          </a:effectRef>
          <a:fontRef idx="minor">
            <a:schemeClr val="lt1"/>
          </a:fontRef>
        </p:style>
        <p:txBody>
          <a:bodyPr rtlCol="0" anchor="ctr"/>
          <a:lstStyle/>
          <a:p>
            <a:pPr algn="ctr"/>
            <a:endParaRPr lang="en-US"/>
          </a:p>
        </p:txBody>
      </p:sp>
      <p:sp>
        <p:nvSpPr>
          <p:cNvPr id="15" name="TextBox 14">
            <a:extLst>
              <a:ext uri="{FF2B5EF4-FFF2-40B4-BE49-F238E27FC236}">
                <a16:creationId xmlns:a16="http://schemas.microsoft.com/office/drawing/2014/main" id="{3D3AD464-933F-8BB2-5115-A5991CCE1829}"/>
              </a:ext>
            </a:extLst>
          </p:cNvPr>
          <p:cNvSpPr txBox="1"/>
          <p:nvPr/>
        </p:nvSpPr>
        <p:spPr>
          <a:xfrm>
            <a:off x="5547360" y="1071881"/>
            <a:ext cx="3483414" cy="1200329"/>
          </a:xfrm>
          <a:prstGeom prst="rect">
            <a:avLst/>
          </a:prstGeom>
          <a:noFill/>
        </p:spPr>
        <p:txBody>
          <a:bodyPr wrap="square" rtlCol="0">
            <a:spAutoFit/>
          </a:bodyPr>
          <a:lstStyle/>
          <a:p>
            <a:r>
              <a:rPr lang="en-US" dirty="0">
                <a:solidFill>
                  <a:srgbClr val="FF0000"/>
                </a:solidFill>
              </a:rPr>
              <a:t>Pay attention to these furthest points, usually you need a line (visible – solid; invisible - dashed) to indicate them. See next slide.</a:t>
            </a:r>
          </a:p>
        </p:txBody>
      </p:sp>
    </p:spTree>
    <p:extLst>
      <p:ext uri="{BB962C8B-B14F-4D97-AF65-F5344CB8AC3E}">
        <p14:creationId xmlns:p14="http://schemas.microsoft.com/office/powerpoint/2010/main" val="16963874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5"/>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5"/>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 grpId="0" animBg="1"/>
      <p:bldP spid="13" grpId="0" animBg="1"/>
      <p:bldP spid="15" grpId="0"/>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EB94ADF-B124-0EFE-0834-2667007AEFE9}"/>
            </a:ext>
          </a:extLst>
        </p:cNvPr>
        <p:cNvGrpSpPr/>
        <p:nvPr/>
      </p:nvGrpSpPr>
      <p:grpSpPr>
        <a:xfrm>
          <a:off x="0" y="0"/>
          <a:ext cx="0" cy="0"/>
          <a:chOff x="0" y="0"/>
          <a:chExt cx="0" cy="0"/>
        </a:xfrm>
      </p:grpSpPr>
      <p:sp>
        <p:nvSpPr>
          <p:cNvPr id="2" name="TextBox 1">
            <a:extLst>
              <a:ext uri="{FF2B5EF4-FFF2-40B4-BE49-F238E27FC236}">
                <a16:creationId xmlns:a16="http://schemas.microsoft.com/office/drawing/2014/main" id="{FBAA34E1-766F-CAD8-2A2B-C5FDE63BA2B0}"/>
              </a:ext>
            </a:extLst>
          </p:cNvPr>
          <p:cNvSpPr txBox="1"/>
          <p:nvPr/>
        </p:nvSpPr>
        <p:spPr>
          <a:xfrm>
            <a:off x="148385" y="89790"/>
            <a:ext cx="7990254" cy="400110"/>
          </a:xfrm>
          <a:prstGeom prst="rect">
            <a:avLst/>
          </a:prstGeom>
          <a:noFill/>
        </p:spPr>
        <p:txBody>
          <a:bodyPr wrap="square" rtlCol="0">
            <a:spAutoFit/>
          </a:bodyPr>
          <a:lstStyle/>
          <a:p>
            <a:r>
              <a:rPr lang="en-SG" sz="2000" b="1" dirty="0"/>
              <a:t>AUXILIARY PROJECTION – </a:t>
            </a:r>
            <a:r>
              <a:rPr lang="en-SG" sz="2000" b="1" dirty="0">
                <a:solidFill>
                  <a:srgbClr val="FF0000"/>
                </a:solidFill>
              </a:rPr>
              <a:t>EDGE OF COLUMNS</a:t>
            </a:r>
            <a:endParaRPr lang="en-SG" sz="1600" dirty="0">
              <a:solidFill>
                <a:srgbClr val="FF0000"/>
              </a:solidFill>
            </a:endParaRPr>
          </a:p>
        </p:txBody>
      </p:sp>
      <mc:AlternateContent xmlns:mc="http://schemas.openxmlformats.org/markup-compatibility/2006">
        <mc:Choice xmlns:am3d="http://schemas.microsoft.com/office/drawing/2017/model3d" Requires="am3d">
          <p:graphicFrame>
            <p:nvGraphicFramePr>
              <p:cNvPr id="3" name="3D Model 2" descr="Light Gray Tube">
                <a:extLst>
                  <a:ext uri="{FF2B5EF4-FFF2-40B4-BE49-F238E27FC236}">
                    <a16:creationId xmlns:a16="http://schemas.microsoft.com/office/drawing/2014/main" id="{D73C5224-5B84-E288-0E79-EC91E8773993}"/>
                  </a:ext>
                </a:extLst>
              </p:cNvPr>
              <p:cNvGraphicFramePr>
                <a:graphicFrameLocks noChangeAspect="1"/>
              </p:cNvGraphicFramePr>
              <p:nvPr/>
            </p:nvGraphicFramePr>
            <p:xfrm>
              <a:off x="668282" y="976430"/>
              <a:ext cx="2263584" cy="3458734"/>
            </p:xfrm>
            <a:graphic>
              <a:graphicData uri="http://schemas.microsoft.com/office/drawing/2017/model3d">
                <am3d:model3d r:embed="rId2">
                  <am3d:spPr>
                    <a:xfrm>
                      <a:off x="0" y="0"/>
                      <a:ext cx="2263584" cy="3458734"/>
                    </a:xfrm>
                    <a:prstGeom prst="rect">
                      <a:avLst/>
                    </a:prstGeom>
                  </am3d:spPr>
                  <am3d:camera>
                    <am3d:pos x="0" y="0" z="62782805"/>
                    <am3d:up dx="0" dy="36000000" dz="0"/>
                    <am3d:lookAt x="0" y="0" z="0"/>
                    <am3d:perspective fov="2700000"/>
                  </am3d:camera>
                  <am3d:trans>
                    <am3d:meterPerModelUnit n="7159681" d="1000000"/>
                    <am3d:preTrans dx="22" dy="-18000000" dz="6"/>
                    <am3d:scale>
                      <am3d:sx n="1000000" d="1000000"/>
                      <am3d:sy n="1000000" d="1000000"/>
                      <am3d:sz n="1000000" d="1000000"/>
                    </am3d:scale>
                    <am3d:rot ax="2938419" ay="-73858" az="-84867"/>
                    <am3d:postTrans dx="0" dy="0" dz="0"/>
                  </am3d:trans>
                  <am3d:raster rName="Office3DRenderer" rVer="16.0.8326">
                    <am3d:blip r:embed="rId3"/>
                  </am3d:raster>
                  <am3d:objViewport viewportSz="3956517"/>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 name="3D Model 2" descr="Light Gray Tube">
                <a:extLst>
                  <a:ext uri="{FF2B5EF4-FFF2-40B4-BE49-F238E27FC236}">
                    <a16:creationId xmlns:a16="http://schemas.microsoft.com/office/drawing/2014/main" id="{D73C5224-5B84-E288-0E79-EC91E8773993}"/>
                  </a:ext>
                </a:extLst>
              </p:cNvPr>
              <p:cNvPicPr>
                <a:picLocks noGrp="1" noRot="1" noChangeAspect="1" noMove="1" noResize="1" noEditPoints="1" noAdjustHandles="1" noChangeArrowheads="1" noChangeShapeType="1" noCrop="1"/>
              </p:cNvPicPr>
              <p:nvPr/>
            </p:nvPicPr>
            <p:blipFill>
              <a:blip r:embed="rId3"/>
              <a:stretch>
                <a:fillRect/>
              </a:stretch>
            </p:blipFill>
            <p:spPr>
              <a:xfrm>
                <a:off x="668282" y="976430"/>
                <a:ext cx="2263584" cy="3458734"/>
              </a:xfrm>
              <a:prstGeom prst="rect">
                <a:avLst/>
              </a:prstGeom>
            </p:spPr>
          </p:pic>
        </mc:Fallback>
      </mc:AlternateContent>
      <p:sp>
        <p:nvSpPr>
          <p:cNvPr id="6" name="Rectangle 5">
            <a:extLst>
              <a:ext uri="{FF2B5EF4-FFF2-40B4-BE49-F238E27FC236}">
                <a16:creationId xmlns:a16="http://schemas.microsoft.com/office/drawing/2014/main" id="{AB7D0895-A145-F1F5-0BE9-5B79ADF6C33A}"/>
              </a:ext>
            </a:extLst>
          </p:cNvPr>
          <p:cNvSpPr/>
          <p:nvPr/>
        </p:nvSpPr>
        <p:spPr>
          <a:xfrm>
            <a:off x="3754608" y="1371206"/>
            <a:ext cx="1398729" cy="3063958"/>
          </a:xfrm>
          <a:prstGeom prst="rect">
            <a:avLst/>
          </a:prstGeom>
          <a:noFill/>
          <a:ln>
            <a:solidFill>
              <a:srgbClr val="FF0000"/>
            </a:solidFill>
            <a:prstDash val="dash"/>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C4BBB03F-4DAE-1E43-09C9-A2134B8268E0}"/>
              </a:ext>
            </a:extLst>
          </p:cNvPr>
          <p:cNvSpPr/>
          <p:nvPr/>
        </p:nvSpPr>
        <p:spPr>
          <a:xfrm>
            <a:off x="3322181" y="1371206"/>
            <a:ext cx="2263584" cy="3063958"/>
          </a:xfrm>
          <a:prstGeom prst="rect">
            <a:avLst/>
          </a:prstGeom>
          <a:noFill/>
          <a:ln>
            <a:solidFill>
              <a:srgbClr val="00B050"/>
            </a:solidFill>
          </a:ln>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4" name="Straight Arrow Connector 3">
            <a:extLst>
              <a:ext uri="{FF2B5EF4-FFF2-40B4-BE49-F238E27FC236}">
                <a16:creationId xmlns:a16="http://schemas.microsoft.com/office/drawing/2014/main" id="{83B04118-45E0-1848-C47A-527A51A4D394}"/>
              </a:ext>
            </a:extLst>
          </p:cNvPr>
          <p:cNvCxnSpPr>
            <a:cxnSpLocks/>
          </p:cNvCxnSpPr>
          <p:nvPr/>
        </p:nvCxnSpPr>
        <p:spPr>
          <a:xfrm flipV="1">
            <a:off x="3746731" y="1371206"/>
            <a:ext cx="2271462" cy="1481198"/>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7" name="Straight Arrow Connector 6">
            <a:extLst>
              <a:ext uri="{FF2B5EF4-FFF2-40B4-BE49-F238E27FC236}">
                <a16:creationId xmlns:a16="http://schemas.microsoft.com/office/drawing/2014/main" id="{E76C5513-B2B9-D958-5DD8-A814F66AD690}"/>
              </a:ext>
            </a:extLst>
          </p:cNvPr>
          <p:cNvCxnSpPr>
            <a:cxnSpLocks/>
          </p:cNvCxnSpPr>
          <p:nvPr/>
        </p:nvCxnSpPr>
        <p:spPr>
          <a:xfrm flipV="1">
            <a:off x="5161214" y="1371206"/>
            <a:ext cx="1050922" cy="1415537"/>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8B8C848B-8F5E-FB34-FA1B-3FD17735BB06}"/>
              </a:ext>
            </a:extLst>
          </p:cNvPr>
          <p:cNvCxnSpPr>
            <a:cxnSpLocks/>
          </p:cNvCxnSpPr>
          <p:nvPr/>
        </p:nvCxnSpPr>
        <p:spPr>
          <a:xfrm flipV="1">
            <a:off x="3322181" y="1290119"/>
            <a:ext cx="2573522" cy="1562285"/>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cxnSp>
        <p:nvCxnSpPr>
          <p:cNvPr id="16" name="Straight Arrow Connector 15">
            <a:extLst>
              <a:ext uri="{FF2B5EF4-FFF2-40B4-BE49-F238E27FC236}">
                <a16:creationId xmlns:a16="http://schemas.microsoft.com/office/drawing/2014/main" id="{DC54FCF8-1D2E-1B6E-F803-50BF58F46BD5}"/>
              </a:ext>
            </a:extLst>
          </p:cNvPr>
          <p:cNvCxnSpPr>
            <a:cxnSpLocks/>
          </p:cNvCxnSpPr>
          <p:nvPr/>
        </p:nvCxnSpPr>
        <p:spPr>
          <a:xfrm flipV="1">
            <a:off x="5593642" y="1371206"/>
            <a:ext cx="726611" cy="1415536"/>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
        <p:nvSpPr>
          <p:cNvPr id="18" name="TextBox 17">
            <a:extLst>
              <a:ext uri="{FF2B5EF4-FFF2-40B4-BE49-F238E27FC236}">
                <a16:creationId xmlns:a16="http://schemas.microsoft.com/office/drawing/2014/main" id="{D234872F-CA01-45F7-6CDA-6E5301488D4A}"/>
              </a:ext>
            </a:extLst>
          </p:cNvPr>
          <p:cNvSpPr txBox="1"/>
          <p:nvPr/>
        </p:nvSpPr>
        <p:spPr>
          <a:xfrm>
            <a:off x="5593642" y="62414"/>
            <a:ext cx="3483414" cy="1200329"/>
          </a:xfrm>
          <a:prstGeom prst="rect">
            <a:avLst/>
          </a:prstGeom>
          <a:noFill/>
        </p:spPr>
        <p:txBody>
          <a:bodyPr wrap="square" rtlCol="0">
            <a:spAutoFit/>
          </a:bodyPr>
          <a:lstStyle/>
          <a:p>
            <a:r>
              <a:rPr lang="en-US" dirty="0">
                <a:solidFill>
                  <a:srgbClr val="FF0000"/>
                </a:solidFill>
              </a:rPr>
              <a:t>Pay attention to these furthest points, usually you need a line (visible – solid; invisible - dashed) to indicate them. </a:t>
            </a:r>
          </a:p>
        </p:txBody>
      </p:sp>
    </p:spTree>
    <p:extLst>
      <p:ext uri="{BB962C8B-B14F-4D97-AF65-F5344CB8AC3E}">
        <p14:creationId xmlns:p14="http://schemas.microsoft.com/office/powerpoint/2010/main" val="142211522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7"/>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14"/>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6"/>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8" grpId="0"/>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9EA145-50D0-DAF2-D72C-EDFBA64C6145}"/>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BB92616-971D-3119-F77D-009CA075F040}"/>
              </a:ext>
            </a:extLst>
          </p:cNvPr>
          <p:cNvSpPr txBox="1"/>
          <p:nvPr/>
        </p:nvSpPr>
        <p:spPr>
          <a:xfrm>
            <a:off x="148385" y="89790"/>
            <a:ext cx="7990254" cy="400110"/>
          </a:xfrm>
          <a:prstGeom prst="rect">
            <a:avLst/>
          </a:prstGeom>
          <a:noFill/>
        </p:spPr>
        <p:txBody>
          <a:bodyPr wrap="square" rtlCol="0">
            <a:spAutoFit/>
          </a:bodyPr>
          <a:lstStyle/>
          <a:p>
            <a:r>
              <a:rPr lang="en-SG" sz="2000" b="1" dirty="0"/>
              <a:t>AUXILIARY PROJECTION – </a:t>
            </a:r>
            <a:r>
              <a:rPr lang="en-SG" sz="2000" b="1" dirty="0">
                <a:solidFill>
                  <a:srgbClr val="FF0000"/>
                </a:solidFill>
              </a:rPr>
              <a:t>HIDDEN LINES</a:t>
            </a:r>
            <a:endParaRPr lang="en-SG" sz="1600" dirty="0">
              <a:solidFill>
                <a:srgbClr val="FF0000"/>
              </a:solidFill>
            </a:endParaRPr>
          </a:p>
        </p:txBody>
      </p:sp>
      <p:sp>
        <p:nvSpPr>
          <p:cNvPr id="5" name="TextBox 4">
            <a:extLst>
              <a:ext uri="{FF2B5EF4-FFF2-40B4-BE49-F238E27FC236}">
                <a16:creationId xmlns:a16="http://schemas.microsoft.com/office/drawing/2014/main" id="{456D6B0F-D259-4366-2CA3-2F6575998E92}"/>
              </a:ext>
            </a:extLst>
          </p:cNvPr>
          <p:cNvSpPr txBox="1"/>
          <p:nvPr/>
        </p:nvSpPr>
        <p:spPr>
          <a:xfrm>
            <a:off x="322387" y="517589"/>
            <a:ext cx="8499226" cy="1318181"/>
          </a:xfrm>
          <a:prstGeom prst="rect">
            <a:avLst/>
          </a:prstGeom>
          <a:noFill/>
        </p:spPr>
        <p:txBody>
          <a:bodyPr wrap="square" rtlCol="0">
            <a:spAutoFit/>
          </a:bodyPr>
          <a:lstStyle/>
          <a:p>
            <a:pPr>
              <a:lnSpc>
                <a:spcPct val="150000"/>
              </a:lnSpc>
            </a:pPr>
            <a:r>
              <a:rPr lang="en-US" sz="2800" b="1" dirty="0">
                <a:solidFill>
                  <a:srgbClr val="FF0000"/>
                </a:solidFill>
              </a:rPr>
              <a:t>For visible lines or curves, use solid lines or curves;</a:t>
            </a:r>
          </a:p>
          <a:p>
            <a:pPr>
              <a:lnSpc>
                <a:spcPct val="150000"/>
              </a:lnSpc>
            </a:pPr>
            <a:r>
              <a:rPr lang="en-US" sz="2800" b="1" dirty="0">
                <a:solidFill>
                  <a:srgbClr val="FF0000"/>
                </a:solidFill>
              </a:rPr>
              <a:t>For invisible lines or curves, use dashed lines or curves.</a:t>
            </a:r>
          </a:p>
        </p:txBody>
      </p:sp>
      <p:pic>
        <p:nvPicPr>
          <p:cNvPr id="4" name="Picture 3">
            <a:extLst>
              <a:ext uri="{FF2B5EF4-FFF2-40B4-BE49-F238E27FC236}">
                <a16:creationId xmlns:a16="http://schemas.microsoft.com/office/drawing/2014/main" id="{EA6D1FE0-0C9F-57FD-3737-934FB1FCDF69}"/>
              </a:ext>
            </a:extLst>
          </p:cNvPr>
          <p:cNvPicPr>
            <a:picLocks noChangeAspect="1"/>
          </p:cNvPicPr>
          <p:nvPr/>
        </p:nvPicPr>
        <p:blipFill>
          <a:blip r:embed="rId2"/>
          <a:stretch>
            <a:fillRect/>
          </a:stretch>
        </p:blipFill>
        <p:spPr>
          <a:xfrm>
            <a:off x="1369488" y="1993192"/>
            <a:ext cx="6405024" cy="2797984"/>
          </a:xfrm>
          <a:prstGeom prst="rect">
            <a:avLst/>
          </a:prstGeom>
        </p:spPr>
      </p:pic>
      <p:sp>
        <p:nvSpPr>
          <p:cNvPr id="6" name="TextBox 5">
            <a:extLst>
              <a:ext uri="{FF2B5EF4-FFF2-40B4-BE49-F238E27FC236}">
                <a16:creationId xmlns:a16="http://schemas.microsoft.com/office/drawing/2014/main" id="{C02C220F-5E66-7800-D93C-645A7329CD4A}"/>
              </a:ext>
            </a:extLst>
          </p:cNvPr>
          <p:cNvSpPr txBox="1"/>
          <p:nvPr/>
        </p:nvSpPr>
        <p:spPr>
          <a:xfrm>
            <a:off x="2465906" y="2853485"/>
            <a:ext cx="5823210" cy="671851"/>
          </a:xfrm>
          <a:prstGeom prst="rect">
            <a:avLst/>
          </a:prstGeom>
          <a:noFill/>
        </p:spPr>
        <p:txBody>
          <a:bodyPr wrap="square" rtlCol="0">
            <a:spAutoFit/>
          </a:bodyPr>
          <a:lstStyle/>
          <a:p>
            <a:pPr>
              <a:lnSpc>
                <a:spcPct val="150000"/>
              </a:lnSpc>
            </a:pPr>
            <a:r>
              <a:rPr lang="en-US" sz="2800" b="1" dirty="0">
                <a:solidFill>
                  <a:srgbClr val="FF0000"/>
                </a:solidFill>
              </a:rPr>
              <a:t>Better make the linewidth 0.7 mm</a:t>
            </a:r>
          </a:p>
        </p:txBody>
      </p:sp>
      <p:cxnSp>
        <p:nvCxnSpPr>
          <p:cNvPr id="8" name="Straight Arrow Connector 7">
            <a:extLst>
              <a:ext uri="{FF2B5EF4-FFF2-40B4-BE49-F238E27FC236}">
                <a16:creationId xmlns:a16="http://schemas.microsoft.com/office/drawing/2014/main" id="{5B0C2D2C-A4B6-0D45-2F9A-03B56CF2CD35}"/>
              </a:ext>
            </a:extLst>
          </p:cNvPr>
          <p:cNvCxnSpPr/>
          <p:nvPr/>
        </p:nvCxnSpPr>
        <p:spPr>
          <a:xfrm flipH="1" flipV="1">
            <a:off x="1531214" y="2240009"/>
            <a:ext cx="627636" cy="613476"/>
          </a:xfrm>
          <a:prstGeom prst="straightConnector1">
            <a:avLst/>
          </a:prstGeom>
          <a:ln>
            <a:solidFill>
              <a:srgbClr val="FF0000"/>
            </a:solidFill>
            <a:tailEnd type="triangle"/>
          </a:ln>
        </p:spPr>
        <p:style>
          <a:lnRef idx="2">
            <a:schemeClr val="accent2"/>
          </a:lnRef>
          <a:fillRef idx="0">
            <a:schemeClr val="accent2"/>
          </a:fillRef>
          <a:effectRef idx="1">
            <a:schemeClr val="accent2"/>
          </a:effectRef>
          <a:fontRef idx="minor">
            <a:schemeClr val="tx1"/>
          </a:fontRef>
        </p:style>
      </p:cxnSp>
    </p:spTree>
    <p:extLst>
      <p:ext uri="{BB962C8B-B14F-4D97-AF65-F5344CB8AC3E}">
        <p14:creationId xmlns:p14="http://schemas.microsoft.com/office/powerpoint/2010/main" val="351183133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5"/>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5" grpId="0"/>
      <p:bldP spid="6"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0E60EC8-46A6-A6BE-03D2-314A2731580A}"/>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04F1DCED-7ADF-640E-B021-D2D8ECFF9DDB}"/>
              </a:ext>
            </a:extLst>
          </p:cNvPr>
          <p:cNvSpPr txBox="1"/>
          <p:nvPr/>
        </p:nvSpPr>
        <p:spPr>
          <a:xfrm>
            <a:off x="148385" y="89790"/>
            <a:ext cx="7990254" cy="400110"/>
          </a:xfrm>
          <a:prstGeom prst="rect">
            <a:avLst/>
          </a:prstGeom>
          <a:noFill/>
        </p:spPr>
        <p:txBody>
          <a:bodyPr wrap="square" rtlCol="0">
            <a:spAutoFit/>
          </a:bodyPr>
          <a:lstStyle/>
          <a:p>
            <a:r>
              <a:rPr lang="en-SG" sz="2000" b="1" dirty="0"/>
              <a:t>AUXILIARY PROJECTION – </a:t>
            </a:r>
            <a:r>
              <a:rPr lang="en-SG" sz="2000" b="1" dirty="0">
                <a:solidFill>
                  <a:srgbClr val="FF0000"/>
                </a:solidFill>
              </a:rPr>
              <a:t>BREAK AT A POINT</a:t>
            </a:r>
            <a:endParaRPr lang="en-SG" sz="1600" dirty="0">
              <a:solidFill>
                <a:srgbClr val="FF0000"/>
              </a:solidFill>
            </a:endParaRPr>
          </a:p>
        </p:txBody>
      </p:sp>
      <p:pic>
        <p:nvPicPr>
          <p:cNvPr id="6" name="Picture 5">
            <a:extLst>
              <a:ext uri="{FF2B5EF4-FFF2-40B4-BE49-F238E27FC236}">
                <a16:creationId xmlns:a16="http://schemas.microsoft.com/office/drawing/2014/main" id="{C3307647-8D81-F887-6CC1-E29DF6BAA0D0}"/>
              </a:ext>
            </a:extLst>
          </p:cNvPr>
          <p:cNvPicPr>
            <a:picLocks noChangeAspect="1"/>
          </p:cNvPicPr>
          <p:nvPr/>
        </p:nvPicPr>
        <p:blipFill>
          <a:blip r:embed="rId2"/>
          <a:stretch>
            <a:fillRect/>
          </a:stretch>
        </p:blipFill>
        <p:spPr>
          <a:xfrm>
            <a:off x="911000" y="840124"/>
            <a:ext cx="7142741" cy="2817475"/>
          </a:xfrm>
          <a:prstGeom prst="rect">
            <a:avLst/>
          </a:prstGeom>
        </p:spPr>
      </p:pic>
      <p:cxnSp>
        <p:nvCxnSpPr>
          <p:cNvPr id="7" name="Straight Arrow Connector 6">
            <a:extLst>
              <a:ext uri="{FF2B5EF4-FFF2-40B4-BE49-F238E27FC236}">
                <a16:creationId xmlns:a16="http://schemas.microsoft.com/office/drawing/2014/main" id="{F7FCA6C2-FA37-68DC-26DF-EC63D7420C89}"/>
              </a:ext>
            </a:extLst>
          </p:cNvPr>
          <p:cNvCxnSpPr>
            <a:cxnSpLocks/>
          </p:cNvCxnSpPr>
          <p:nvPr/>
        </p:nvCxnSpPr>
        <p:spPr>
          <a:xfrm flipH="1" flipV="1">
            <a:off x="4006318" y="2924612"/>
            <a:ext cx="627636" cy="876611"/>
          </a:xfrm>
          <a:prstGeom prst="straightConnector1">
            <a:avLst/>
          </a:prstGeom>
          <a:ln>
            <a:solidFill>
              <a:srgbClr val="FF0000"/>
            </a:solidFill>
            <a:tailEnd type="triangle"/>
          </a:ln>
        </p:spPr>
        <p:style>
          <a:lnRef idx="2">
            <a:schemeClr val="accent2"/>
          </a:lnRef>
          <a:fillRef idx="0">
            <a:schemeClr val="accent2"/>
          </a:fillRef>
          <a:effectRef idx="1">
            <a:schemeClr val="accent2"/>
          </a:effectRef>
          <a:fontRef idx="minor">
            <a:schemeClr val="tx1"/>
          </a:fontRef>
        </p:style>
      </p:cxnSp>
      <p:sp>
        <p:nvSpPr>
          <p:cNvPr id="9" name="TextBox 8">
            <a:extLst>
              <a:ext uri="{FF2B5EF4-FFF2-40B4-BE49-F238E27FC236}">
                <a16:creationId xmlns:a16="http://schemas.microsoft.com/office/drawing/2014/main" id="{36EDDAEF-1D9F-33C9-67AA-616A6317CF73}"/>
              </a:ext>
            </a:extLst>
          </p:cNvPr>
          <p:cNvSpPr txBox="1"/>
          <p:nvPr/>
        </p:nvSpPr>
        <p:spPr>
          <a:xfrm>
            <a:off x="735169" y="3571601"/>
            <a:ext cx="7494402" cy="1318181"/>
          </a:xfrm>
          <a:prstGeom prst="rect">
            <a:avLst/>
          </a:prstGeom>
          <a:noFill/>
        </p:spPr>
        <p:txBody>
          <a:bodyPr wrap="square" rtlCol="0">
            <a:spAutoFit/>
          </a:bodyPr>
          <a:lstStyle/>
          <a:p>
            <a:pPr>
              <a:lnSpc>
                <a:spcPct val="150000"/>
              </a:lnSpc>
            </a:pPr>
            <a:r>
              <a:rPr lang="en-US" sz="2800" b="1" dirty="0">
                <a:solidFill>
                  <a:srgbClr val="FF0000"/>
                </a:solidFill>
              </a:rPr>
              <a:t>! You can use this to break a line/curve at a point, making it into two parts</a:t>
            </a:r>
          </a:p>
        </p:txBody>
      </p:sp>
    </p:spTree>
    <p:extLst>
      <p:ext uri="{BB962C8B-B14F-4D97-AF65-F5344CB8AC3E}">
        <p14:creationId xmlns:p14="http://schemas.microsoft.com/office/powerpoint/2010/main" val="108868212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9"/>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DD2EC20-F50F-3816-546D-274770E419F7}"/>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FF92D702-93DA-FC5F-A41D-7EC1493D817F}"/>
              </a:ext>
            </a:extLst>
          </p:cNvPr>
          <p:cNvSpPr txBox="1"/>
          <p:nvPr/>
        </p:nvSpPr>
        <p:spPr>
          <a:xfrm>
            <a:off x="148384" y="89790"/>
            <a:ext cx="8889177" cy="400110"/>
          </a:xfrm>
          <a:prstGeom prst="rect">
            <a:avLst/>
          </a:prstGeom>
          <a:noFill/>
        </p:spPr>
        <p:txBody>
          <a:bodyPr wrap="square" rtlCol="0">
            <a:spAutoFit/>
          </a:bodyPr>
          <a:lstStyle/>
          <a:p>
            <a:r>
              <a:rPr lang="en-SG" sz="2000" b="1" dirty="0"/>
              <a:t>AUXILIARY PROJECTION – </a:t>
            </a:r>
            <a:r>
              <a:rPr lang="en-SG" sz="2000" b="1" dirty="0">
                <a:solidFill>
                  <a:srgbClr val="FF0000"/>
                </a:solidFill>
              </a:rPr>
              <a:t>HIDDEN LINES &amp; BREAK AT A POINT – EXAMPLE - Video</a:t>
            </a:r>
            <a:endParaRPr lang="en-SG" sz="1600" dirty="0">
              <a:solidFill>
                <a:srgbClr val="FF0000"/>
              </a:solidFill>
            </a:endParaRPr>
          </a:p>
        </p:txBody>
      </p:sp>
      <p:pic>
        <p:nvPicPr>
          <p:cNvPr id="9" name="Recording 2026-02-13 152716">
            <a:hlinkClick r:id="" action="ppaction://media"/>
            <a:extLst>
              <a:ext uri="{FF2B5EF4-FFF2-40B4-BE49-F238E27FC236}">
                <a16:creationId xmlns:a16="http://schemas.microsoft.com/office/drawing/2014/main" id="{D099AAC3-1A44-4345-F5BF-BEE88EFED607}"/>
              </a:ext>
            </a:extLst>
          </p:cNvPr>
          <p:cNvPicPr>
            <a:picLocks noChangeAspect="1"/>
          </p:cNvPicPr>
          <p:nvPr>
            <a:videoFile r:link="rId2"/>
            <p:extLst>
              <p:ext uri="{DAA4B4D4-6D71-4841-9C94-3DE7FCFB9230}">
                <p14:media xmlns:p14="http://schemas.microsoft.com/office/powerpoint/2010/main" r:embed="rId1"/>
              </p:ext>
            </p:extLst>
          </p:nvPr>
        </p:nvPicPr>
        <p:blipFill>
          <a:blip r:embed="rId4"/>
          <a:stretch>
            <a:fillRect/>
          </a:stretch>
        </p:blipFill>
        <p:spPr>
          <a:xfrm>
            <a:off x="551542" y="489900"/>
            <a:ext cx="7642433" cy="4143632"/>
          </a:xfrm>
          <a:prstGeom prst="rect">
            <a:avLst/>
          </a:prstGeom>
        </p:spPr>
      </p:pic>
    </p:spTree>
    <p:extLst>
      <p:ext uri="{BB962C8B-B14F-4D97-AF65-F5344CB8AC3E}">
        <p14:creationId xmlns:p14="http://schemas.microsoft.com/office/powerpoint/2010/main" val="127930195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mediacall" presetSubtype="0" fill="hold" nodeType="clickEffect">
                                  <p:stCondLst>
                                    <p:cond delay="0"/>
                                  </p:stCondLst>
                                  <p:childTnLst>
                                    <p:cmd type="call" cmd="playFrom(0.0)">
                                      <p:cBhvr>
                                        <p:cTn id="6" dur="39433" fill="hold"/>
                                        <p:tgtEl>
                                          <p:spTgt spid="9"/>
                                        </p:tgtEl>
                                      </p:cBhvr>
                                    </p:cmd>
                                  </p:childTnLst>
                                </p:cTn>
                              </p:par>
                            </p:childTnLst>
                          </p:cTn>
                        </p:par>
                      </p:childTnLst>
                    </p:cTn>
                  </p:par>
                </p:childTnLst>
              </p:cTn>
              <p:prevCondLst>
                <p:cond evt="onPrev" delay="0">
                  <p:tgtEl>
                    <p:sldTgt/>
                  </p:tgtEl>
                </p:cond>
              </p:prevCondLst>
              <p:nextCondLst>
                <p:cond evt="onNext" delay="0">
                  <p:tgtEl>
                    <p:sldTgt/>
                  </p:tgtEl>
                </p:cond>
              </p:nextCondLst>
            </p:seq>
            <p:video>
              <p:cMediaNode vol="80000">
                <p:cTn id="7" fill="hold" display="0">
                  <p:stCondLst>
                    <p:cond delay="indefinite"/>
                  </p:stCondLst>
                </p:cTn>
                <p:tgtEl>
                  <p:spTgt spid="9"/>
                </p:tgtEl>
              </p:cMediaNode>
            </p:video>
            <p:seq concurrent="1" nextAc="seek">
              <p:cTn id="8" restart="whenNotActive" fill="hold" evtFilter="cancelBubble" nodeType="interactiveSeq">
                <p:stCondLst>
                  <p:cond evt="onClick" delay="0">
                    <p:tgtEl>
                      <p:spTgt spid="9"/>
                    </p:tgtEl>
                  </p:cond>
                </p:stCondLst>
                <p:endSync evt="end" delay="0">
                  <p:rtn val="all"/>
                </p:endSync>
                <p:childTnLst>
                  <p:par>
                    <p:cTn id="9" fill="hold">
                      <p:stCondLst>
                        <p:cond delay="0"/>
                      </p:stCondLst>
                      <p:childTnLst>
                        <p:par>
                          <p:cTn id="10" fill="hold">
                            <p:stCondLst>
                              <p:cond delay="0"/>
                            </p:stCondLst>
                            <p:childTnLst>
                              <p:par>
                                <p:cTn id="11" presetID="2" presetClass="mediacall" presetSubtype="0" fill="hold" nodeType="clickEffect">
                                  <p:stCondLst>
                                    <p:cond delay="0"/>
                                  </p:stCondLst>
                                  <p:childTnLst>
                                    <p:cmd type="call" cmd="togglePause">
                                      <p:cBhvr>
                                        <p:cTn id="12" dur="1" fill="hold"/>
                                        <p:tgtEl>
                                          <p:spTgt spid="9"/>
                                        </p:tgtEl>
                                      </p:cBhvr>
                                    </p:cmd>
                                  </p:childTnLst>
                                </p:cTn>
                              </p:par>
                            </p:childTnLst>
                          </p:cTn>
                        </p:par>
                      </p:childTnLst>
                    </p:cTn>
                  </p:par>
                </p:childTnLst>
              </p:cTn>
              <p:nextCondLst>
                <p:cond evt="onClick" delay="0">
                  <p:tgtEl>
                    <p:spTgt spid="9"/>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ACAAC96-4092-04D2-CAC0-1A6886B3C2C2}"/>
            </a:ext>
          </a:extLst>
        </p:cNvPr>
        <p:cNvGrpSpPr/>
        <p:nvPr/>
      </p:nvGrpSpPr>
      <p:grpSpPr>
        <a:xfrm>
          <a:off x="0" y="0"/>
          <a:ext cx="0" cy="0"/>
          <a:chOff x="0" y="0"/>
          <a:chExt cx="0" cy="0"/>
        </a:xfrm>
      </p:grpSpPr>
      <mc:AlternateContent xmlns:mc="http://schemas.openxmlformats.org/markup-compatibility/2006">
        <mc:Choice xmlns:am3d="http://schemas.microsoft.com/office/drawing/2017/model3d" Requires="am3d">
          <p:graphicFrame>
            <p:nvGraphicFramePr>
              <p:cNvPr id="3" name="3D Model 2" descr="Light Gray Cuboid">
                <a:extLst>
                  <a:ext uri="{FF2B5EF4-FFF2-40B4-BE49-F238E27FC236}">
                    <a16:creationId xmlns:a16="http://schemas.microsoft.com/office/drawing/2014/main" id="{05FBEEB2-15F8-1C2E-7BEE-8B24F94288CC}"/>
                  </a:ext>
                </a:extLst>
              </p:cNvPr>
              <p:cNvGraphicFramePr>
                <a:graphicFrameLocks noChangeAspect="1"/>
              </p:cNvGraphicFramePr>
              <p:nvPr/>
            </p:nvGraphicFramePr>
            <p:xfrm>
              <a:off x="603435" y="826568"/>
              <a:ext cx="3886955" cy="2312649"/>
            </p:xfrm>
            <a:graphic>
              <a:graphicData uri="http://schemas.microsoft.com/office/drawing/2017/model3d">
                <am3d:model3d r:embed="rId2">
                  <am3d:spPr>
                    <a:xfrm>
                      <a:off x="0" y="0"/>
                      <a:ext cx="3886955" cy="2312649"/>
                    </a:xfrm>
                    <a:prstGeom prst="rect">
                      <a:avLst/>
                    </a:prstGeom>
                  </am3d:spPr>
                  <am3d:camera>
                    <am3d:pos x="0" y="0" z="57664451"/>
                    <am3d:up dx="0" dy="36000000" dz="0"/>
                    <am3d:lookAt x="0" y="0" z="0"/>
                    <am3d:perspective fov="2700000"/>
                  </am3d:camera>
                  <am3d:trans>
                    <am3d:meterPerModelUnit n="4361393" d="1000000"/>
                    <am3d:preTrans dx="0" dy="-6493603" dz="0"/>
                    <am3d:scale>
                      <am3d:sx n="1000000" d="1000000"/>
                      <am3d:sy n="1000000" d="1000000"/>
                      <am3d:sz n="1000000" d="1000000"/>
                    </am3d:scale>
                    <am3d:rot ax="453566" ay="-1874177" az="-236207"/>
                    <am3d:postTrans dx="0" dy="0" dz="0"/>
                  </am3d:trans>
                  <am3d:raster rName="Office3DRenderer" rVer="16.0.8326">
                    <am3d:blip r:embed="rId3"/>
                  </am3d:raster>
                  <am3d:objViewport viewportSz="4063998"/>
                  <am3d:ambientLight>
                    <am3d:clr>
                      <a:scrgbClr r="50000" g="50000" b="50000"/>
                    </am3d:clr>
                    <am3d:illuminance n="500000" d="1000000"/>
                  </am3d:ambientLight>
                  <am3d:ptLight rad="0">
                    <am3d:clr>
                      <a:scrgbClr r="100000" g="75000" b="50000"/>
                    </am3d:clr>
                    <am3d:intensity n="9765625" d="1000000"/>
                    <am3d:pos x="21959998" y="70920001" z="16344003"/>
                  </am3d:ptLight>
                  <am3d:ptLight rad="0">
                    <am3d:clr>
                      <a:scrgbClr r="40000" g="60000" b="95000"/>
                    </am3d:clr>
                    <am3d:intensity n="12250000" d="1000000"/>
                    <am3d:pos x="-37964106" y="51130435" z="57631972"/>
                  </am3d:ptLight>
                  <am3d:ptLight rad="0">
                    <am3d:clr>
                      <a:scrgbClr r="86837" g="72700" b="100000"/>
                    </am3d:clr>
                    <am3d:intensity n="3125000" d="1000000"/>
                    <am3d:pos x="-37739122" y="58056624" z="-34769649"/>
                  </am3d:ptLight>
                </am3d:model3d>
              </a:graphicData>
            </a:graphic>
          </p:graphicFrame>
        </mc:Choice>
        <mc:Fallback>
          <p:pic>
            <p:nvPicPr>
              <p:cNvPr id="3" name="3D Model 2" descr="Light Gray Cuboid">
                <a:extLst>
                  <a:ext uri="{FF2B5EF4-FFF2-40B4-BE49-F238E27FC236}">
                    <a16:creationId xmlns:a16="http://schemas.microsoft.com/office/drawing/2014/main" id="{05FBEEB2-15F8-1C2E-7BEE-8B24F94288CC}"/>
                  </a:ext>
                </a:extLst>
              </p:cNvPr>
              <p:cNvPicPr>
                <a:picLocks noGrp="1" noRot="1" noChangeAspect="1" noMove="1" noResize="1" noEditPoints="1" noAdjustHandles="1" noChangeArrowheads="1" noChangeShapeType="1" noCrop="1"/>
              </p:cNvPicPr>
              <p:nvPr/>
            </p:nvPicPr>
            <p:blipFill>
              <a:blip r:embed="rId3"/>
              <a:stretch>
                <a:fillRect/>
              </a:stretch>
            </p:blipFill>
            <p:spPr>
              <a:xfrm>
                <a:off x="603435" y="826568"/>
                <a:ext cx="3886955" cy="2312649"/>
              </a:xfrm>
              <a:prstGeom prst="rect">
                <a:avLst/>
              </a:prstGeom>
            </p:spPr>
          </p:pic>
        </mc:Fallback>
      </mc:AlternateContent>
      <p:sp>
        <p:nvSpPr>
          <p:cNvPr id="4" name="Rectangle 3">
            <a:extLst>
              <a:ext uri="{FF2B5EF4-FFF2-40B4-BE49-F238E27FC236}">
                <a16:creationId xmlns:a16="http://schemas.microsoft.com/office/drawing/2014/main" id="{A205F48E-ACDB-F8DF-E388-225FB1A4C0E8}"/>
              </a:ext>
            </a:extLst>
          </p:cNvPr>
          <p:cNvSpPr/>
          <p:nvPr/>
        </p:nvSpPr>
        <p:spPr>
          <a:xfrm>
            <a:off x="5118565" y="1090636"/>
            <a:ext cx="1354844" cy="97184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5" name="Rectangle 4">
            <a:extLst>
              <a:ext uri="{FF2B5EF4-FFF2-40B4-BE49-F238E27FC236}">
                <a16:creationId xmlns:a16="http://schemas.microsoft.com/office/drawing/2014/main" id="{987FC292-D588-ACA1-D17A-1E0DAE1199EF}"/>
              </a:ext>
            </a:extLst>
          </p:cNvPr>
          <p:cNvSpPr/>
          <p:nvPr/>
        </p:nvSpPr>
        <p:spPr>
          <a:xfrm>
            <a:off x="6036955" y="1090636"/>
            <a:ext cx="1354844" cy="97184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cxnSp>
        <p:nvCxnSpPr>
          <p:cNvPr id="7" name="Straight Connector 6">
            <a:extLst>
              <a:ext uri="{FF2B5EF4-FFF2-40B4-BE49-F238E27FC236}">
                <a16:creationId xmlns:a16="http://schemas.microsoft.com/office/drawing/2014/main" id="{26054F42-76EE-C78D-1AE8-495634FB2CB8}"/>
              </a:ext>
            </a:extLst>
          </p:cNvPr>
          <p:cNvCxnSpPr/>
          <p:nvPr/>
        </p:nvCxnSpPr>
        <p:spPr>
          <a:xfrm>
            <a:off x="6473409" y="1090636"/>
            <a:ext cx="0" cy="971849"/>
          </a:xfrm>
          <a:prstGeom prst="line">
            <a:avLst/>
          </a:prstGeom>
          <a:ln w="19050">
            <a:prstDash val="lgDash"/>
          </a:ln>
        </p:spPr>
        <p:style>
          <a:lnRef idx="1">
            <a:schemeClr val="dk1"/>
          </a:lnRef>
          <a:fillRef idx="0">
            <a:schemeClr val="dk1"/>
          </a:fillRef>
          <a:effectRef idx="0">
            <a:schemeClr val="dk1"/>
          </a:effectRef>
          <a:fontRef idx="minor">
            <a:schemeClr val="tx1"/>
          </a:fontRef>
        </p:style>
      </p:cxnSp>
      <p:sp>
        <p:nvSpPr>
          <p:cNvPr id="8" name="Rectangle 7">
            <a:extLst>
              <a:ext uri="{FF2B5EF4-FFF2-40B4-BE49-F238E27FC236}">
                <a16:creationId xmlns:a16="http://schemas.microsoft.com/office/drawing/2014/main" id="{035C9B04-94BA-3D8A-EC8F-6A0507DE0D85}"/>
              </a:ext>
            </a:extLst>
          </p:cNvPr>
          <p:cNvSpPr/>
          <p:nvPr/>
        </p:nvSpPr>
        <p:spPr>
          <a:xfrm>
            <a:off x="5156865" y="2571750"/>
            <a:ext cx="1354844" cy="97184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9" name="Rectangle 8">
            <a:extLst>
              <a:ext uri="{FF2B5EF4-FFF2-40B4-BE49-F238E27FC236}">
                <a16:creationId xmlns:a16="http://schemas.microsoft.com/office/drawing/2014/main" id="{2819BB53-0CBD-92AA-0E0F-3B1DD28ABFD8}"/>
              </a:ext>
            </a:extLst>
          </p:cNvPr>
          <p:cNvSpPr/>
          <p:nvPr/>
        </p:nvSpPr>
        <p:spPr>
          <a:xfrm>
            <a:off x="6272337" y="2571750"/>
            <a:ext cx="1069193" cy="971849"/>
          </a:xfrm>
          <a:prstGeom prst="rect">
            <a:avLst/>
          </a:prstGeom>
        </p:spPr>
        <p:style>
          <a:lnRef idx="2">
            <a:schemeClr val="dk1"/>
          </a:lnRef>
          <a:fillRef idx="1">
            <a:schemeClr val="lt1"/>
          </a:fillRef>
          <a:effectRef idx="0">
            <a:schemeClr val="dk1"/>
          </a:effectRef>
          <a:fontRef idx="minor">
            <a:schemeClr val="dk1"/>
          </a:fontRef>
        </p:style>
        <p:txBody>
          <a:bodyPr rtlCol="0" anchor="ctr"/>
          <a:lstStyle/>
          <a:p>
            <a:pPr algn="ctr"/>
            <a:endParaRPr lang="en-US"/>
          </a:p>
        </p:txBody>
      </p:sp>
      <p:sp>
        <p:nvSpPr>
          <p:cNvPr id="10" name="TextBox 9">
            <a:extLst>
              <a:ext uri="{FF2B5EF4-FFF2-40B4-BE49-F238E27FC236}">
                <a16:creationId xmlns:a16="http://schemas.microsoft.com/office/drawing/2014/main" id="{ED449879-EDFB-BC08-5C98-6D3E382960BD}"/>
              </a:ext>
            </a:extLst>
          </p:cNvPr>
          <p:cNvSpPr txBox="1"/>
          <p:nvPr/>
        </p:nvSpPr>
        <p:spPr>
          <a:xfrm>
            <a:off x="148385" y="89790"/>
            <a:ext cx="7990254" cy="400110"/>
          </a:xfrm>
          <a:prstGeom prst="rect">
            <a:avLst/>
          </a:prstGeom>
          <a:noFill/>
        </p:spPr>
        <p:txBody>
          <a:bodyPr wrap="square" rtlCol="0">
            <a:spAutoFit/>
          </a:bodyPr>
          <a:lstStyle/>
          <a:p>
            <a:r>
              <a:rPr lang="en-SG" sz="2000" b="1" dirty="0"/>
              <a:t>AUXILIARY PROJECTION – </a:t>
            </a:r>
            <a:r>
              <a:rPr lang="en-SG" sz="2000" b="1" dirty="0">
                <a:solidFill>
                  <a:srgbClr val="FF0000"/>
                </a:solidFill>
              </a:rPr>
              <a:t>HIDDEN LINES</a:t>
            </a:r>
            <a:endParaRPr lang="en-SG" sz="1600" dirty="0">
              <a:solidFill>
                <a:srgbClr val="FF0000"/>
              </a:solidFill>
            </a:endParaRPr>
          </a:p>
        </p:txBody>
      </p:sp>
      <p:sp>
        <p:nvSpPr>
          <p:cNvPr id="2" name="TextBox 1">
            <a:extLst>
              <a:ext uri="{FF2B5EF4-FFF2-40B4-BE49-F238E27FC236}">
                <a16:creationId xmlns:a16="http://schemas.microsoft.com/office/drawing/2014/main" id="{3FDB1398-6DE4-0067-CE38-ABBBE1366CB2}"/>
              </a:ext>
            </a:extLst>
          </p:cNvPr>
          <p:cNvSpPr txBox="1"/>
          <p:nvPr/>
        </p:nvSpPr>
        <p:spPr>
          <a:xfrm>
            <a:off x="542609" y="3463104"/>
            <a:ext cx="8499226" cy="1318181"/>
          </a:xfrm>
          <a:prstGeom prst="rect">
            <a:avLst/>
          </a:prstGeom>
          <a:noFill/>
        </p:spPr>
        <p:txBody>
          <a:bodyPr wrap="square" rtlCol="0">
            <a:spAutoFit/>
          </a:bodyPr>
          <a:lstStyle/>
          <a:p>
            <a:pPr>
              <a:lnSpc>
                <a:spcPct val="150000"/>
              </a:lnSpc>
            </a:pPr>
            <a:r>
              <a:rPr lang="en-US" sz="2800" b="1" dirty="0">
                <a:solidFill>
                  <a:srgbClr val="FF0000"/>
                </a:solidFill>
              </a:rPr>
              <a:t>When a hidden line coincide with a solid line, only keep the solid line.</a:t>
            </a:r>
          </a:p>
        </p:txBody>
      </p:sp>
    </p:spTree>
    <p:extLst>
      <p:ext uri="{BB962C8B-B14F-4D97-AF65-F5344CB8AC3E}">
        <p14:creationId xmlns:p14="http://schemas.microsoft.com/office/powerpoint/2010/main" val="21024642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0A6D79B-1552-F2B1-C23D-958523F3753D}"/>
            </a:ext>
          </a:extLst>
        </p:cNvPr>
        <p:cNvGrpSpPr/>
        <p:nvPr/>
      </p:nvGrpSpPr>
      <p:grpSpPr>
        <a:xfrm>
          <a:off x="0" y="0"/>
          <a:ext cx="0" cy="0"/>
          <a:chOff x="0" y="0"/>
          <a:chExt cx="0" cy="0"/>
        </a:xfrm>
      </p:grpSpPr>
      <p:sp>
        <p:nvSpPr>
          <p:cNvPr id="10" name="TextBox 9">
            <a:extLst>
              <a:ext uri="{FF2B5EF4-FFF2-40B4-BE49-F238E27FC236}">
                <a16:creationId xmlns:a16="http://schemas.microsoft.com/office/drawing/2014/main" id="{2DF3A074-FCC7-2352-38F7-5955D42B1CED}"/>
              </a:ext>
            </a:extLst>
          </p:cNvPr>
          <p:cNvSpPr txBox="1"/>
          <p:nvPr/>
        </p:nvSpPr>
        <p:spPr>
          <a:xfrm>
            <a:off x="148385" y="89790"/>
            <a:ext cx="7990254" cy="400110"/>
          </a:xfrm>
          <a:prstGeom prst="rect">
            <a:avLst/>
          </a:prstGeom>
          <a:noFill/>
        </p:spPr>
        <p:txBody>
          <a:bodyPr wrap="square" rtlCol="0">
            <a:spAutoFit/>
          </a:bodyPr>
          <a:lstStyle/>
          <a:p>
            <a:r>
              <a:rPr lang="en-SG" sz="2000" b="1" dirty="0"/>
              <a:t>AUXILIARY PROJECTION – </a:t>
            </a:r>
            <a:r>
              <a:rPr lang="en-SG" sz="2000" b="1" dirty="0">
                <a:solidFill>
                  <a:srgbClr val="FF0000"/>
                </a:solidFill>
              </a:rPr>
              <a:t>HIDDEN LINES</a:t>
            </a:r>
            <a:endParaRPr lang="en-SG" sz="1600" dirty="0">
              <a:solidFill>
                <a:srgbClr val="FF0000"/>
              </a:solidFill>
            </a:endParaRPr>
          </a:p>
        </p:txBody>
      </p:sp>
      <p:sp>
        <p:nvSpPr>
          <p:cNvPr id="2" name="TextBox 1">
            <a:extLst>
              <a:ext uri="{FF2B5EF4-FFF2-40B4-BE49-F238E27FC236}">
                <a16:creationId xmlns:a16="http://schemas.microsoft.com/office/drawing/2014/main" id="{2C37C5EF-435A-B006-DFE2-79C1E37D78B5}"/>
              </a:ext>
            </a:extLst>
          </p:cNvPr>
          <p:cNvSpPr txBox="1"/>
          <p:nvPr/>
        </p:nvSpPr>
        <p:spPr>
          <a:xfrm>
            <a:off x="3401922" y="1668171"/>
            <a:ext cx="5088935" cy="1318181"/>
          </a:xfrm>
          <a:prstGeom prst="rect">
            <a:avLst/>
          </a:prstGeom>
          <a:noFill/>
        </p:spPr>
        <p:txBody>
          <a:bodyPr wrap="square" rtlCol="0">
            <a:spAutoFit/>
          </a:bodyPr>
          <a:lstStyle/>
          <a:p>
            <a:pPr>
              <a:lnSpc>
                <a:spcPct val="150000"/>
              </a:lnSpc>
            </a:pPr>
            <a:r>
              <a:rPr lang="en-US" sz="2800" b="1" dirty="0">
                <a:solidFill>
                  <a:srgbClr val="FF0000"/>
                </a:solidFill>
              </a:rPr>
              <a:t>For point type, better to use option 2 – absolute units.</a:t>
            </a:r>
          </a:p>
        </p:txBody>
      </p:sp>
      <p:pic>
        <p:nvPicPr>
          <p:cNvPr id="11" name="Picture 10">
            <a:extLst>
              <a:ext uri="{FF2B5EF4-FFF2-40B4-BE49-F238E27FC236}">
                <a16:creationId xmlns:a16="http://schemas.microsoft.com/office/drawing/2014/main" id="{DF9AD99A-59BA-2D7B-66F0-F4F9C9BBDFA7}"/>
              </a:ext>
            </a:extLst>
          </p:cNvPr>
          <p:cNvPicPr>
            <a:picLocks noChangeAspect="1"/>
          </p:cNvPicPr>
          <p:nvPr/>
        </p:nvPicPr>
        <p:blipFill>
          <a:blip r:embed="rId2"/>
          <a:stretch>
            <a:fillRect/>
          </a:stretch>
        </p:blipFill>
        <p:spPr>
          <a:xfrm>
            <a:off x="428360" y="865376"/>
            <a:ext cx="2429214" cy="3315163"/>
          </a:xfrm>
          <a:prstGeom prst="rect">
            <a:avLst/>
          </a:prstGeom>
        </p:spPr>
      </p:pic>
    </p:spTree>
    <p:extLst>
      <p:ext uri="{BB962C8B-B14F-4D97-AF65-F5344CB8AC3E}">
        <p14:creationId xmlns:p14="http://schemas.microsoft.com/office/powerpoint/2010/main" val="28481208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D6330B9-B48A-DBCF-96DF-84D404243E54}"/>
            </a:ext>
          </a:extLst>
        </p:cNvPr>
        <p:cNvGrpSpPr/>
        <p:nvPr/>
      </p:nvGrpSpPr>
      <p:grpSpPr>
        <a:xfrm>
          <a:off x="0" y="0"/>
          <a:ext cx="0" cy="0"/>
          <a:chOff x="0" y="0"/>
          <a:chExt cx="0" cy="0"/>
        </a:xfrm>
      </p:grpSpPr>
      <p:sp>
        <p:nvSpPr>
          <p:cNvPr id="3" name="TextBox 2">
            <a:extLst>
              <a:ext uri="{FF2B5EF4-FFF2-40B4-BE49-F238E27FC236}">
                <a16:creationId xmlns:a16="http://schemas.microsoft.com/office/drawing/2014/main" id="{88A72D38-BE59-84E2-BFA5-C66CEE330590}"/>
              </a:ext>
            </a:extLst>
          </p:cNvPr>
          <p:cNvSpPr txBox="1"/>
          <p:nvPr/>
        </p:nvSpPr>
        <p:spPr>
          <a:xfrm>
            <a:off x="2027532" y="1561733"/>
            <a:ext cx="5088935" cy="754694"/>
          </a:xfrm>
          <a:prstGeom prst="rect">
            <a:avLst/>
          </a:prstGeom>
          <a:noFill/>
        </p:spPr>
        <p:txBody>
          <a:bodyPr wrap="square" rtlCol="0">
            <a:spAutoFit/>
          </a:bodyPr>
          <a:lstStyle/>
          <a:p>
            <a:pPr algn="ctr">
              <a:lnSpc>
                <a:spcPct val="150000"/>
              </a:lnSpc>
            </a:pPr>
            <a:r>
              <a:rPr lang="en-US" sz="3200" b="1" dirty="0">
                <a:solidFill>
                  <a:srgbClr val="FF0000"/>
                </a:solidFill>
              </a:rPr>
              <a:t>Good luck </a:t>
            </a:r>
            <a:r>
              <a:rPr lang="en-US" altLang="zh-CN" sz="3200" b="1" dirty="0">
                <a:solidFill>
                  <a:srgbClr val="FF0000"/>
                </a:solidFill>
              </a:rPr>
              <a:t>with</a:t>
            </a:r>
            <a:r>
              <a:rPr lang="en-US" sz="3200" b="1" dirty="0">
                <a:solidFill>
                  <a:srgbClr val="FF0000"/>
                </a:solidFill>
              </a:rPr>
              <a:t> Quiz 1!</a:t>
            </a:r>
          </a:p>
        </p:txBody>
      </p:sp>
    </p:spTree>
    <p:extLst>
      <p:ext uri="{BB962C8B-B14F-4D97-AF65-F5344CB8AC3E}">
        <p14:creationId xmlns:p14="http://schemas.microsoft.com/office/powerpoint/2010/main" val="7562889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entr" presetSubtype="0" fill="hold" grpId="0" nodeType="with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E28E816AC679FF4C86C22834E825BD05" ma:contentTypeVersion="1" ma:contentTypeDescription="Create a new document." ma:contentTypeScope="" ma:versionID="066e42d507d75a122d0db91dd470f30a">
  <xsd:schema xmlns:xsd="http://www.w3.org/2001/XMLSchema" xmlns:xs="http://www.w3.org/2001/XMLSchema" xmlns:p="http://schemas.microsoft.com/office/2006/metadata/properties" xmlns:ns1="http://schemas.microsoft.com/sharepoint/v3" targetNamespace="http://schemas.microsoft.com/office/2006/metadata/properties" ma:root="true" ma:fieldsID="48c5b5cd9b8d25ff6dd15848836f4270" ns1:_="">
    <xsd:import namespace="http://schemas.microsoft.com/sharepoint/v3"/>
    <xsd:element name="properties">
      <xsd:complexType>
        <xsd:sequence>
          <xsd:element name="documentManagement">
            <xsd:complexType>
              <xsd:all>
                <xsd:element ref="ns1:PublishingStartDate" minOccurs="0"/>
                <xsd:element ref="ns1:PublishingExpirationDate"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http://schemas.microsoft.com/sharepoint/v3" elementFormDefault="qualified">
    <xsd:import namespace="http://schemas.microsoft.com/office/2006/documentManagement/types"/>
    <xsd:import namespace="http://schemas.microsoft.com/office/infopath/2007/PartnerControls"/>
    <xsd:element name="PublishingStartDate" ma:index="8" nillable="true" ma:displayName="Scheduling Start Date" ma:description="Scheduling Start Date is a site column created by the Publishing feature. It is used to specify the date and time on which this page will first appear to site visitors." ma:hidden="true" ma:internalName="PublishingStartDate">
      <xsd:simpleType>
        <xsd:restriction base="dms:Unknown"/>
      </xsd:simpleType>
    </xsd:element>
    <xsd:element name="PublishingExpirationDate" ma:index="9" nillable="true" ma:displayName="Scheduling End Date" ma:description="Scheduling End Date is a site column created by the Publishing feature. It is used to specify the date and time on which this page will no longer appear to site visitors." ma:hidden="true" ma:internalName="PublishingExpirationDate">
      <xsd:simpleType>
        <xsd:restriction base="dms:Unknow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mso-contentType ?>
<FormTemplates xmlns="http://schemas.microsoft.com/sharepoint/v3/contenttype/forms">
  <Display>DocumentLibraryForm</Display>
  <Edit>DocumentLibraryForm</Edit>
  <New>DocumentLibraryForm</New>
</FormTemplates>
</file>

<file path=customXml/item3.xml><?xml version="1.0" encoding="utf-8"?>
<p:properties xmlns:p="http://schemas.microsoft.com/office/2006/metadata/properties" xmlns:xsi="http://www.w3.org/2001/XMLSchema-instance" xmlns:pc="http://schemas.microsoft.com/office/infopath/2007/PartnerControls">
  <documentManagement>
    <PublishingExpirationDate xmlns="http://schemas.microsoft.com/sharepoint/v3" xsi:nil="true"/>
    <PublishingStartDate xmlns="http://schemas.microsoft.com/sharepoint/v3" xsi:nil="true"/>
  </documentManagement>
</p:properties>
</file>

<file path=customXml/itemProps1.xml><?xml version="1.0" encoding="utf-8"?>
<ds:datastoreItem xmlns:ds="http://schemas.openxmlformats.org/officeDocument/2006/customXml" ds:itemID="{AFA540F8-4ACB-4DC8-920F-A3CE5A42B988}">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http://schemas.microsoft.com/sharepoint/v3"/>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6CCB8030-6F99-446F-BD3B-E5E3F435F1FD}">
  <ds:schemaRefs>
    <ds:schemaRef ds:uri="http://schemas.microsoft.com/sharepoint/v3/contenttype/forms"/>
  </ds:schemaRefs>
</ds:datastoreItem>
</file>

<file path=customXml/itemProps3.xml><?xml version="1.0" encoding="utf-8"?>
<ds:datastoreItem xmlns:ds="http://schemas.openxmlformats.org/officeDocument/2006/customXml" ds:itemID="{264D3FE7-A0C8-4453-A806-BCAD6F53B901}">
  <ds:schemaRefs>
    <ds:schemaRef ds:uri="http://schemas.microsoft.com/office/2006/metadata/properties"/>
    <ds:schemaRef ds:uri="http://schemas.microsoft.com/office/infopath/2007/PartnerControls"/>
    <ds:schemaRef ds:uri="http://schemas.microsoft.com/sharepoint/v3"/>
  </ds:schemaRefs>
</ds:datastoreItem>
</file>

<file path=docProps/app.xml><?xml version="1.0" encoding="utf-8"?>
<Properties xmlns="http://schemas.openxmlformats.org/officeDocument/2006/extended-properties" xmlns:vt="http://schemas.openxmlformats.org/officeDocument/2006/docPropsVTypes">
  <TotalTime>1474</TotalTime>
  <Words>553</Words>
  <Application>Microsoft Office PowerPoint</Application>
  <PresentationFormat>On-screen Show (16:9)</PresentationFormat>
  <Paragraphs>58</Paragraphs>
  <Slides>23</Slides>
  <Notes>0</Notes>
  <HiddenSlides>0</HiddenSlides>
  <MMClips>1</MMClips>
  <ScaleCrop>false</ScaleCrop>
  <HeadingPairs>
    <vt:vector size="6" baseType="variant">
      <vt:variant>
        <vt:lpstr>Fonts Used</vt:lpstr>
      </vt:variant>
      <vt:variant>
        <vt:i4>1</vt:i4>
      </vt:variant>
      <vt:variant>
        <vt:lpstr>Theme</vt:lpstr>
      </vt:variant>
      <vt:variant>
        <vt:i4>1</vt:i4>
      </vt:variant>
      <vt:variant>
        <vt:lpstr>Slide Titles</vt:lpstr>
      </vt:variant>
      <vt:variant>
        <vt:i4>23</vt:i4>
      </vt:variant>
    </vt:vector>
  </HeadingPairs>
  <TitlesOfParts>
    <vt:vector size="25" baseType="lpstr">
      <vt:lpstr>Arial</vt:lpstr>
      <vt:lpstr>Office Theme</vt:lpstr>
      <vt:lpstr>CV1711 ENGINEERING DRAWING &amp; 3D BUILD  INFO MODEL (LAB)</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#CUI SHUAIWEN#</cp:lastModifiedBy>
  <cp:revision>86</cp:revision>
  <dcterms:created xsi:type="dcterms:W3CDTF">2017-05-14T01:29:56Z</dcterms:created>
  <dcterms:modified xsi:type="dcterms:W3CDTF">2026-02-13T07:35:39Z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0x010100E28E816AC679FF4C86C22834E825BD05</vt:lpwstr>
  </property>
</Properties>
</file>