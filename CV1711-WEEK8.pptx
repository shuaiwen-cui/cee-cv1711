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2"/>
  </p:handoutMasterIdLst>
  <p:sldIdLst>
    <p:sldId id="259" r:id="rId5"/>
    <p:sldId id="268" r:id="rId6"/>
    <p:sldId id="315" r:id="rId7"/>
    <p:sldId id="314" r:id="rId8"/>
    <p:sldId id="317" r:id="rId9"/>
    <p:sldId id="316" r:id="rId10"/>
    <p:sldId id="304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8D5070-02AD-4242-83D7-C82875EA45BB}" v="39" dt="2026-03-10T12:40:27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2" autoAdjust="0"/>
    <p:restoredTop sz="94765"/>
  </p:normalViewPr>
  <p:slideViewPr>
    <p:cSldViewPr snapToGrid="0" snapToObjects="1">
      <p:cViewPr>
        <p:scale>
          <a:sx n="197" d="100"/>
          <a:sy n="197" d="100"/>
        </p:scale>
        <p:origin x="642" y="1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CUI SHUAIWEN#" userId="35a196ea-bcb8-475e-86cf-0b9eaca8a48f" providerId="ADAL" clId="{4D8D382B-DDFF-455F-B5ED-E854E938891F}"/>
    <pc:docChg chg="undo custSel addSld delSld modSld sldOrd">
      <pc:chgData name="#CUI SHUAIWEN#" userId="35a196ea-bcb8-475e-86cf-0b9eaca8a48f" providerId="ADAL" clId="{4D8D382B-DDFF-455F-B5ED-E854E938891F}" dt="2026-03-10T12:40:27.103" v="835"/>
      <pc:docMkLst>
        <pc:docMk/>
      </pc:docMkLst>
      <pc:sldChg chg="addSp modSp mod">
        <pc:chgData name="#CUI SHUAIWEN#" userId="35a196ea-bcb8-475e-86cf-0b9eaca8a48f" providerId="ADAL" clId="{4D8D382B-DDFF-455F-B5ED-E854E938891F}" dt="2026-03-10T12:25:34.265" v="331"/>
        <pc:sldMkLst>
          <pc:docMk/>
          <pc:sldMk cId="1444261047" sldId="268"/>
        </pc:sldMkLst>
        <pc:spChg chg="add mod">
          <ac:chgData name="#CUI SHUAIWEN#" userId="35a196ea-bcb8-475e-86cf-0b9eaca8a48f" providerId="ADAL" clId="{4D8D382B-DDFF-455F-B5ED-E854E938891F}" dt="2026-03-10T12:25:34.265" v="331"/>
          <ac:spMkLst>
            <pc:docMk/>
            <pc:sldMk cId="1444261047" sldId="268"/>
            <ac:spMk id="2" creationId="{D0CD6C26-2FD4-EEFE-5DC6-3707E2B6C348}"/>
          </ac:spMkLst>
        </pc:spChg>
        <pc:spChg chg="add mod">
          <ac:chgData name="#CUI SHUAIWEN#" userId="35a196ea-bcb8-475e-86cf-0b9eaca8a48f" providerId="ADAL" clId="{4D8D382B-DDFF-455F-B5ED-E854E938891F}" dt="2026-03-10T12:25:34.265" v="331"/>
          <ac:spMkLst>
            <pc:docMk/>
            <pc:sldMk cId="1444261047" sldId="268"/>
            <ac:spMk id="3" creationId="{D762D3EB-2365-D62C-98EE-2AFBB15F7479}"/>
          </ac:spMkLst>
        </pc:spChg>
        <pc:spChg chg="mod">
          <ac:chgData name="#CUI SHUAIWEN#" userId="35a196ea-bcb8-475e-86cf-0b9eaca8a48f" providerId="ADAL" clId="{4D8D382B-DDFF-455F-B5ED-E854E938891F}" dt="2026-03-10T12:25:28.544" v="330"/>
          <ac:spMkLst>
            <pc:docMk/>
            <pc:sldMk cId="1444261047" sldId="268"/>
            <ac:spMk id="4" creationId="{E5CBC3A0-2B36-47B2-F7C2-6B2DAB24C5B0}"/>
          </ac:spMkLst>
        </pc:spChg>
        <pc:spChg chg="add mod">
          <ac:chgData name="#CUI SHUAIWEN#" userId="35a196ea-bcb8-475e-86cf-0b9eaca8a48f" providerId="ADAL" clId="{4D8D382B-DDFF-455F-B5ED-E854E938891F}" dt="2026-03-10T12:25:34.265" v="331"/>
          <ac:spMkLst>
            <pc:docMk/>
            <pc:sldMk cId="1444261047" sldId="268"/>
            <ac:spMk id="5" creationId="{8515CA29-CD91-1058-6283-3ED0B3361EE1}"/>
          </ac:spMkLst>
        </pc:spChg>
        <pc:spChg chg="add mod">
          <ac:chgData name="#CUI SHUAIWEN#" userId="35a196ea-bcb8-475e-86cf-0b9eaca8a48f" providerId="ADAL" clId="{4D8D382B-DDFF-455F-B5ED-E854E938891F}" dt="2026-03-10T12:25:34.265" v="331"/>
          <ac:spMkLst>
            <pc:docMk/>
            <pc:sldMk cId="1444261047" sldId="268"/>
            <ac:spMk id="6" creationId="{4C970738-3B35-EBC5-9453-FF6ABDF936D4}"/>
          </ac:spMkLst>
        </pc:spChg>
      </pc:sldChg>
      <pc:sldChg chg="addSp delSp modSp add mod">
        <pc:chgData name="#CUI SHUAIWEN#" userId="35a196ea-bcb8-475e-86cf-0b9eaca8a48f" providerId="ADAL" clId="{4D8D382B-DDFF-455F-B5ED-E854E938891F}" dt="2026-02-13T07:40:36.439" v="308" actId="1076"/>
        <pc:sldMkLst>
          <pc:docMk/>
          <pc:sldMk cId="2224933946" sldId="304"/>
        </pc:sldMkLst>
        <pc:spChg chg="mod">
          <ac:chgData name="#CUI SHUAIWEN#" userId="35a196ea-bcb8-475e-86cf-0b9eaca8a48f" providerId="ADAL" clId="{4D8D382B-DDFF-455F-B5ED-E854E938891F}" dt="2026-02-13T07:40:34.269" v="307" actId="1076"/>
          <ac:spMkLst>
            <pc:docMk/>
            <pc:sldMk cId="2224933946" sldId="304"/>
            <ac:spMk id="11" creationId="{1F4BC619-0BB6-4377-DAFE-60564F8DE541}"/>
          </ac:spMkLst>
        </pc:spChg>
        <pc:picChg chg="add mod ord">
          <ac:chgData name="#CUI SHUAIWEN#" userId="35a196ea-bcb8-475e-86cf-0b9eaca8a48f" providerId="ADAL" clId="{4D8D382B-DDFF-455F-B5ED-E854E938891F}" dt="2026-02-13T07:40:13.225" v="300" actId="1076"/>
          <ac:picMkLst>
            <pc:docMk/>
            <pc:sldMk cId="2224933946" sldId="304"/>
            <ac:picMk id="3" creationId="{BD1F1D94-BF01-9773-824C-FE402E312B92}"/>
          </ac:picMkLst>
        </pc:picChg>
        <pc:picChg chg="add mod ord">
          <ac:chgData name="#CUI SHUAIWEN#" userId="35a196ea-bcb8-475e-86cf-0b9eaca8a48f" providerId="ADAL" clId="{4D8D382B-DDFF-455F-B5ED-E854E938891F}" dt="2026-02-13T07:40:31.644" v="306" actId="14100"/>
          <ac:picMkLst>
            <pc:docMk/>
            <pc:sldMk cId="2224933946" sldId="304"/>
            <ac:picMk id="8" creationId="{6E905F45-6EB8-6ED1-B7FC-8266293A3D49}"/>
          </ac:picMkLst>
        </pc:picChg>
        <pc:cxnChg chg="mod">
          <ac:chgData name="#CUI SHUAIWEN#" userId="35a196ea-bcb8-475e-86cf-0b9eaca8a48f" providerId="ADAL" clId="{4D8D382B-DDFF-455F-B5ED-E854E938891F}" dt="2026-02-13T07:40:36.439" v="308" actId="1076"/>
          <ac:cxnSpMkLst>
            <pc:docMk/>
            <pc:sldMk cId="2224933946" sldId="304"/>
            <ac:cxnSpMk id="14" creationId="{BFF23151-07FE-30CA-B197-14A5B86422C9}"/>
          </ac:cxnSpMkLst>
        </pc:cxnChg>
      </pc:sldChg>
      <pc:sldChg chg="del">
        <pc:chgData name="#CUI SHUAIWEN#" userId="35a196ea-bcb8-475e-86cf-0b9eaca8a48f" providerId="ADAL" clId="{4D8D382B-DDFF-455F-B5ED-E854E938891F}" dt="2026-03-10T12:25:19.215" v="327" actId="47"/>
        <pc:sldMkLst>
          <pc:docMk/>
          <pc:sldMk cId="2102464296" sldId="306"/>
        </pc:sldMkLst>
      </pc:sldChg>
      <pc:sldChg chg="del">
        <pc:chgData name="#CUI SHUAIWEN#" userId="35a196ea-bcb8-475e-86cf-0b9eaca8a48f" providerId="ADAL" clId="{4D8D382B-DDFF-455F-B5ED-E854E938891F}" dt="2026-03-10T12:25:18.388" v="324" actId="47"/>
        <pc:sldMkLst>
          <pc:docMk/>
          <pc:sldMk cId="3511831332" sldId="307"/>
        </pc:sldMkLst>
      </pc:sldChg>
      <pc:sldChg chg="del">
        <pc:chgData name="#CUI SHUAIWEN#" userId="35a196ea-bcb8-475e-86cf-0b9eaca8a48f" providerId="ADAL" clId="{4D8D382B-DDFF-455F-B5ED-E854E938891F}" dt="2026-03-10T12:25:15.384" v="309" actId="47"/>
        <pc:sldMkLst>
          <pc:docMk/>
          <pc:sldMk cId="3753915556" sldId="308"/>
        </pc:sldMkLst>
      </pc:sldChg>
      <pc:sldChg chg="del">
        <pc:chgData name="#CUI SHUAIWEN#" userId="35a196ea-bcb8-475e-86cf-0b9eaca8a48f" providerId="ADAL" clId="{4D8D382B-DDFF-455F-B5ED-E854E938891F}" dt="2026-03-10T12:25:15.576" v="310" actId="47"/>
        <pc:sldMkLst>
          <pc:docMk/>
          <pc:sldMk cId="8107163" sldId="309"/>
        </pc:sldMkLst>
      </pc:sldChg>
      <pc:sldChg chg="del">
        <pc:chgData name="#CUI SHUAIWEN#" userId="35a196ea-bcb8-475e-86cf-0b9eaca8a48f" providerId="ADAL" clId="{4D8D382B-DDFF-455F-B5ED-E854E938891F}" dt="2026-03-10T12:25:15.754" v="311" actId="47"/>
        <pc:sldMkLst>
          <pc:docMk/>
          <pc:sldMk cId="1820511527" sldId="310"/>
        </pc:sldMkLst>
      </pc:sldChg>
      <pc:sldChg chg="del">
        <pc:chgData name="#CUI SHUAIWEN#" userId="35a196ea-bcb8-475e-86cf-0b9eaca8a48f" providerId="ADAL" clId="{4D8D382B-DDFF-455F-B5ED-E854E938891F}" dt="2026-03-10T12:25:15.936" v="312" actId="47"/>
        <pc:sldMkLst>
          <pc:docMk/>
          <pc:sldMk cId="3106379846" sldId="311"/>
        </pc:sldMkLst>
      </pc:sldChg>
      <pc:sldChg chg="del">
        <pc:chgData name="#CUI SHUAIWEN#" userId="35a196ea-bcb8-475e-86cf-0b9eaca8a48f" providerId="ADAL" clId="{4D8D382B-DDFF-455F-B5ED-E854E938891F}" dt="2026-03-10T12:25:16.317" v="314" actId="47"/>
        <pc:sldMkLst>
          <pc:docMk/>
          <pc:sldMk cId="2266704606" sldId="312"/>
        </pc:sldMkLst>
      </pc:sldChg>
      <pc:sldChg chg="del">
        <pc:chgData name="#CUI SHUAIWEN#" userId="35a196ea-bcb8-475e-86cf-0b9eaca8a48f" providerId="ADAL" clId="{4D8D382B-DDFF-455F-B5ED-E854E938891F}" dt="2026-03-10T12:25:16.134" v="313" actId="47"/>
        <pc:sldMkLst>
          <pc:docMk/>
          <pc:sldMk cId="3663177650" sldId="313"/>
        </pc:sldMkLst>
      </pc:sldChg>
      <pc:sldChg chg="addSp delSp modSp add mod">
        <pc:chgData name="#CUI SHUAIWEN#" userId="35a196ea-bcb8-475e-86cf-0b9eaca8a48f" providerId="ADAL" clId="{4D8D382B-DDFF-455F-B5ED-E854E938891F}" dt="2026-03-10T12:28:55.825" v="499" actId="20577"/>
        <pc:sldMkLst>
          <pc:docMk/>
          <pc:sldMk cId="1599020557" sldId="314"/>
        </pc:sldMkLst>
        <pc:spChg chg="mod">
          <ac:chgData name="#CUI SHUAIWEN#" userId="35a196ea-bcb8-475e-86cf-0b9eaca8a48f" providerId="ADAL" clId="{4D8D382B-DDFF-455F-B5ED-E854E938891F}" dt="2026-03-10T12:28:55.825" v="499" actId="20577"/>
          <ac:spMkLst>
            <pc:docMk/>
            <pc:sldMk cId="1599020557" sldId="314"/>
            <ac:spMk id="7" creationId="{926CE499-DA34-EB47-C8BB-8D87D204EAF0}"/>
          </ac:spMkLst>
        </pc:spChg>
        <pc:picChg chg="add del mod">
          <ac:chgData name="#CUI SHUAIWEN#" userId="35a196ea-bcb8-475e-86cf-0b9eaca8a48f" providerId="ADAL" clId="{4D8D382B-DDFF-455F-B5ED-E854E938891F}" dt="2026-03-10T12:27:18.194" v="338" actId="478"/>
          <ac:picMkLst>
            <pc:docMk/>
            <pc:sldMk cId="1599020557" sldId="314"/>
            <ac:picMk id="4" creationId="{89E49173-40A9-2DFE-2AA0-2C1E1A9C5BA6}"/>
          </ac:picMkLst>
        </pc:picChg>
      </pc:sldChg>
      <pc:sldChg chg="del">
        <pc:chgData name="#CUI SHUAIWEN#" userId="35a196ea-bcb8-475e-86cf-0b9eaca8a48f" providerId="ADAL" clId="{4D8D382B-DDFF-455F-B5ED-E854E938891F}" dt="2026-03-10T12:25:16.468" v="315" actId="47"/>
        <pc:sldMkLst>
          <pc:docMk/>
          <pc:sldMk cId="3604412723" sldId="314"/>
        </pc:sldMkLst>
      </pc:sldChg>
      <pc:sldChg chg="del">
        <pc:chgData name="#CUI SHUAIWEN#" userId="35a196ea-bcb8-475e-86cf-0b9eaca8a48f" providerId="ADAL" clId="{4D8D382B-DDFF-455F-B5ED-E854E938891F}" dt="2026-03-10T12:25:17.101" v="317" actId="47"/>
        <pc:sldMkLst>
          <pc:docMk/>
          <pc:sldMk cId="629317177" sldId="315"/>
        </pc:sldMkLst>
      </pc:sldChg>
      <pc:sldChg chg="addSp delSp modSp add mod ord">
        <pc:chgData name="#CUI SHUAIWEN#" userId="35a196ea-bcb8-475e-86cf-0b9eaca8a48f" providerId="ADAL" clId="{4D8D382B-DDFF-455F-B5ED-E854E938891F}" dt="2026-03-10T12:28:19.202" v="396" actId="14100"/>
        <pc:sldMkLst>
          <pc:docMk/>
          <pc:sldMk cId="3015054106" sldId="315"/>
        </pc:sldMkLst>
        <pc:spChg chg="add mod">
          <ac:chgData name="#CUI SHUAIWEN#" userId="35a196ea-bcb8-475e-86cf-0b9eaca8a48f" providerId="ADAL" clId="{4D8D382B-DDFF-455F-B5ED-E854E938891F}" dt="2026-03-10T12:27:44.932" v="347" actId="1582"/>
          <ac:spMkLst>
            <pc:docMk/>
            <pc:sldMk cId="3015054106" sldId="315"/>
            <ac:spMk id="3" creationId="{B9F250E9-49FD-3EEF-F539-4B5C084640CB}"/>
          </ac:spMkLst>
        </pc:spChg>
        <pc:spChg chg="del">
          <ac:chgData name="#CUI SHUAIWEN#" userId="35a196ea-bcb8-475e-86cf-0b9eaca8a48f" providerId="ADAL" clId="{4D8D382B-DDFF-455F-B5ED-E854E938891F}" dt="2026-03-10T12:27:23.996" v="340" actId="478"/>
          <ac:spMkLst>
            <pc:docMk/>
            <pc:sldMk cId="3015054106" sldId="315"/>
            <ac:spMk id="7" creationId="{EC6BD736-3935-E812-ED3A-5285B0DF7CB1}"/>
          </ac:spMkLst>
        </pc:spChg>
        <pc:spChg chg="add mod">
          <ac:chgData name="#CUI SHUAIWEN#" userId="35a196ea-bcb8-475e-86cf-0b9eaca8a48f" providerId="ADAL" clId="{4D8D382B-DDFF-455F-B5ED-E854E938891F}" dt="2026-03-10T12:28:19.202" v="396" actId="14100"/>
          <ac:spMkLst>
            <pc:docMk/>
            <pc:sldMk cId="3015054106" sldId="315"/>
            <ac:spMk id="8" creationId="{097E3392-63D7-C8B6-8188-0131F50CECA4}"/>
          </ac:spMkLst>
        </pc:spChg>
        <pc:picChg chg="mod">
          <ac:chgData name="#CUI SHUAIWEN#" userId="35a196ea-bcb8-475e-86cf-0b9eaca8a48f" providerId="ADAL" clId="{4D8D382B-DDFF-455F-B5ED-E854E938891F}" dt="2026-03-10T12:27:26.254" v="341" actId="1076"/>
          <ac:picMkLst>
            <pc:docMk/>
            <pc:sldMk cId="3015054106" sldId="315"/>
            <ac:picMk id="4" creationId="{6FF4602A-A244-CD56-B77B-C1D619AAB3DC}"/>
          </ac:picMkLst>
        </pc:picChg>
        <pc:cxnChg chg="add mod">
          <ac:chgData name="#CUI SHUAIWEN#" userId="35a196ea-bcb8-475e-86cf-0b9eaca8a48f" providerId="ADAL" clId="{4D8D382B-DDFF-455F-B5ED-E854E938891F}" dt="2026-03-10T12:27:54.282" v="349" actId="208"/>
          <ac:cxnSpMkLst>
            <pc:docMk/>
            <pc:sldMk cId="3015054106" sldId="315"/>
            <ac:cxnSpMk id="6" creationId="{2653DAB3-3DFC-8783-EFE9-564557A2232B}"/>
          </ac:cxnSpMkLst>
        </pc:cxnChg>
      </pc:sldChg>
      <pc:sldChg chg="addSp delSp modSp add mod modAnim">
        <pc:chgData name="#CUI SHUAIWEN#" userId="35a196ea-bcb8-475e-86cf-0b9eaca8a48f" providerId="ADAL" clId="{4D8D382B-DDFF-455F-B5ED-E854E938891F}" dt="2026-03-10T12:40:27.103" v="835"/>
        <pc:sldMkLst>
          <pc:docMk/>
          <pc:sldMk cId="298011001" sldId="316"/>
        </pc:sldMkLst>
        <pc:spChg chg="mod">
          <ac:chgData name="#CUI SHUAIWEN#" userId="35a196ea-bcb8-475e-86cf-0b9eaca8a48f" providerId="ADAL" clId="{4D8D382B-DDFF-455F-B5ED-E854E938891F}" dt="2026-03-10T12:31:13.012" v="549" actId="20577"/>
          <ac:spMkLst>
            <pc:docMk/>
            <pc:sldMk cId="298011001" sldId="316"/>
            <ac:spMk id="2" creationId="{E904D51A-ACDD-8EC7-64C9-43E355307434}"/>
          </ac:spMkLst>
        </pc:spChg>
        <pc:spChg chg="add del mod">
          <ac:chgData name="#CUI SHUAIWEN#" userId="35a196ea-bcb8-475e-86cf-0b9eaca8a48f" providerId="ADAL" clId="{4D8D382B-DDFF-455F-B5ED-E854E938891F}" dt="2026-03-10T12:34:58.085" v="665" actId="478"/>
          <ac:spMkLst>
            <pc:docMk/>
            <pc:sldMk cId="298011001" sldId="316"/>
            <ac:spMk id="3" creationId="{96BA2CE7-A8E4-98AE-0946-E6A4D6BD17B3}"/>
          </ac:spMkLst>
        </pc:spChg>
        <pc:spChg chg="add mod">
          <ac:chgData name="#CUI SHUAIWEN#" userId="35a196ea-bcb8-475e-86cf-0b9eaca8a48f" providerId="ADAL" clId="{4D8D382B-DDFF-455F-B5ED-E854E938891F}" dt="2026-03-10T12:36:33.678" v="754" actId="1076"/>
          <ac:spMkLst>
            <pc:docMk/>
            <pc:sldMk cId="298011001" sldId="316"/>
            <ac:spMk id="5" creationId="{95E9AF40-9E2C-493B-35BC-D04854950CCF}"/>
          </ac:spMkLst>
        </pc:spChg>
        <pc:spChg chg="add del mod">
          <ac:chgData name="#CUI SHUAIWEN#" userId="35a196ea-bcb8-475e-86cf-0b9eaca8a48f" providerId="ADAL" clId="{4D8D382B-DDFF-455F-B5ED-E854E938891F}" dt="2026-03-10T12:35:27.044" v="692" actId="478"/>
          <ac:spMkLst>
            <pc:docMk/>
            <pc:sldMk cId="298011001" sldId="316"/>
            <ac:spMk id="6" creationId="{816E801D-331F-FD64-88E1-CED2E599E55C}"/>
          </ac:spMkLst>
        </pc:spChg>
        <pc:spChg chg="del">
          <ac:chgData name="#CUI SHUAIWEN#" userId="35a196ea-bcb8-475e-86cf-0b9eaca8a48f" providerId="ADAL" clId="{4D8D382B-DDFF-455F-B5ED-E854E938891F}" dt="2026-03-10T12:29:54.507" v="502" actId="478"/>
          <ac:spMkLst>
            <pc:docMk/>
            <pc:sldMk cId="298011001" sldId="316"/>
            <ac:spMk id="7" creationId="{23FE6D6B-913F-272F-154C-5CEBCFDD3118}"/>
          </ac:spMkLst>
        </pc:spChg>
        <pc:spChg chg="add del mod">
          <ac:chgData name="#CUI SHUAIWEN#" userId="35a196ea-bcb8-475e-86cf-0b9eaca8a48f" providerId="ADAL" clId="{4D8D382B-DDFF-455F-B5ED-E854E938891F}" dt="2026-03-10T12:33:49.433" v="621" actId="478"/>
          <ac:spMkLst>
            <pc:docMk/>
            <pc:sldMk cId="298011001" sldId="316"/>
            <ac:spMk id="8" creationId="{7DF94D90-33F6-BD28-E2EA-171B7542B87B}"/>
          </ac:spMkLst>
        </pc:spChg>
        <pc:spChg chg="add mod">
          <ac:chgData name="#CUI SHUAIWEN#" userId="35a196ea-bcb8-475e-86cf-0b9eaca8a48f" providerId="ADAL" clId="{4D8D382B-DDFF-455F-B5ED-E854E938891F}" dt="2026-03-10T12:39:33.132" v="820" actId="1076"/>
          <ac:spMkLst>
            <pc:docMk/>
            <pc:sldMk cId="298011001" sldId="316"/>
            <ac:spMk id="9" creationId="{08C305B3-AC49-881C-B949-F387E8B8A71A}"/>
          </ac:spMkLst>
        </pc:spChg>
        <pc:spChg chg="add mod">
          <ac:chgData name="#CUI SHUAIWEN#" userId="35a196ea-bcb8-475e-86cf-0b9eaca8a48f" providerId="ADAL" clId="{4D8D382B-DDFF-455F-B5ED-E854E938891F}" dt="2026-03-10T12:35:00.587" v="666" actId="1076"/>
          <ac:spMkLst>
            <pc:docMk/>
            <pc:sldMk cId="298011001" sldId="316"/>
            <ac:spMk id="10" creationId="{069422F1-7C0F-A690-25BF-376D11B3B1C5}"/>
          </ac:spMkLst>
        </pc:spChg>
        <pc:spChg chg="add mod">
          <ac:chgData name="#CUI SHUAIWEN#" userId="35a196ea-bcb8-475e-86cf-0b9eaca8a48f" providerId="ADAL" clId="{4D8D382B-DDFF-455F-B5ED-E854E938891F}" dt="2026-03-10T12:39:33.132" v="820" actId="1076"/>
          <ac:spMkLst>
            <pc:docMk/>
            <pc:sldMk cId="298011001" sldId="316"/>
            <ac:spMk id="11" creationId="{5CB6DB0D-4C1E-B60E-83D3-035F6745D84E}"/>
          </ac:spMkLst>
        </pc:spChg>
        <pc:spChg chg="add mod">
          <ac:chgData name="#CUI SHUAIWEN#" userId="35a196ea-bcb8-475e-86cf-0b9eaca8a48f" providerId="ADAL" clId="{4D8D382B-DDFF-455F-B5ED-E854E938891F}" dt="2026-03-10T12:39:33.132" v="820" actId="1076"/>
          <ac:spMkLst>
            <pc:docMk/>
            <pc:sldMk cId="298011001" sldId="316"/>
            <ac:spMk id="12" creationId="{AE8E14C7-E80D-B796-D5E8-3831A778966D}"/>
          </ac:spMkLst>
        </pc:spChg>
        <pc:spChg chg="add mod">
          <ac:chgData name="#CUI SHUAIWEN#" userId="35a196ea-bcb8-475e-86cf-0b9eaca8a48f" providerId="ADAL" clId="{4D8D382B-DDFF-455F-B5ED-E854E938891F}" dt="2026-03-10T12:39:33.132" v="820" actId="1076"/>
          <ac:spMkLst>
            <pc:docMk/>
            <pc:sldMk cId="298011001" sldId="316"/>
            <ac:spMk id="13" creationId="{4ACE93DA-EF90-AF54-9A5C-41723D27ECE2}"/>
          </ac:spMkLst>
        </pc:spChg>
        <pc:spChg chg="add mod">
          <ac:chgData name="#CUI SHUAIWEN#" userId="35a196ea-bcb8-475e-86cf-0b9eaca8a48f" providerId="ADAL" clId="{4D8D382B-DDFF-455F-B5ED-E854E938891F}" dt="2026-03-10T12:39:33.132" v="820" actId="1076"/>
          <ac:spMkLst>
            <pc:docMk/>
            <pc:sldMk cId="298011001" sldId="316"/>
            <ac:spMk id="14" creationId="{B3E53DF3-CDE1-8B20-531B-F37DBA536115}"/>
          </ac:spMkLst>
        </pc:spChg>
        <pc:spChg chg="add mod">
          <ac:chgData name="#CUI SHUAIWEN#" userId="35a196ea-bcb8-475e-86cf-0b9eaca8a48f" providerId="ADAL" clId="{4D8D382B-DDFF-455F-B5ED-E854E938891F}" dt="2026-03-10T12:39:33.132" v="820" actId="1076"/>
          <ac:spMkLst>
            <pc:docMk/>
            <pc:sldMk cId="298011001" sldId="316"/>
            <ac:spMk id="15" creationId="{8EF3FF35-2BDC-20DE-F4BD-75BBF922877C}"/>
          </ac:spMkLst>
        </pc:spChg>
        <pc:spChg chg="add mod">
          <ac:chgData name="#CUI SHUAIWEN#" userId="35a196ea-bcb8-475e-86cf-0b9eaca8a48f" providerId="ADAL" clId="{4D8D382B-DDFF-455F-B5ED-E854E938891F}" dt="2026-03-10T12:38:12.026" v="803" actId="1076"/>
          <ac:spMkLst>
            <pc:docMk/>
            <pc:sldMk cId="298011001" sldId="316"/>
            <ac:spMk id="16" creationId="{FFC87CA8-4C2D-C587-ABB1-DD2BE37FB144}"/>
          </ac:spMkLst>
        </pc:spChg>
        <pc:spChg chg="add mod">
          <ac:chgData name="#CUI SHUAIWEN#" userId="35a196ea-bcb8-475e-86cf-0b9eaca8a48f" providerId="ADAL" clId="{4D8D382B-DDFF-455F-B5ED-E854E938891F}" dt="2026-03-10T12:39:33.132" v="820" actId="1076"/>
          <ac:spMkLst>
            <pc:docMk/>
            <pc:sldMk cId="298011001" sldId="316"/>
            <ac:spMk id="17" creationId="{1FD39A3E-A5F6-FF69-533C-391CB84674C1}"/>
          </ac:spMkLst>
        </pc:spChg>
        <pc:spChg chg="add mod">
          <ac:chgData name="#CUI SHUAIWEN#" userId="35a196ea-bcb8-475e-86cf-0b9eaca8a48f" providerId="ADAL" clId="{4D8D382B-DDFF-455F-B5ED-E854E938891F}" dt="2026-03-10T12:39:33.132" v="820" actId="1076"/>
          <ac:spMkLst>
            <pc:docMk/>
            <pc:sldMk cId="298011001" sldId="316"/>
            <ac:spMk id="18" creationId="{C1569B40-CCCF-1FCE-AE53-E3DC8661EDC4}"/>
          </ac:spMkLst>
        </pc:spChg>
        <pc:spChg chg="add mod">
          <ac:chgData name="#CUI SHUAIWEN#" userId="35a196ea-bcb8-475e-86cf-0b9eaca8a48f" providerId="ADAL" clId="{4D8D382B-DDFF-455F-B5ED-E854E938891F}" dt="2026-03-10T12:39:33.132" v="820" actId="1076"/>
          <ac:spMkLst>
            <pc:docMk/>
            <pc:sldMk cId="298011001" sldId="316"/>
            <ac:spMk id="19" creationId="{64BC334F-5335-BAE1-4B9F-D0A7D16989E1}"/>
          </ac:spMkLst>
        </pc:spChg>
        <pc:spChg chg="add mod">
          <ac:chgData name="#CUI SHUAIWEN#" userId="35a196ea-bcb8-475e-86cf-0b9eaca8a48f" providerId="ADAL" clId="{4D8D382B-DDFF-455F-B5ED-E854E938891F}" dt="2026-03-10T12:38:08.061" v="802" actId="1076"/>
          <ac:spMkLst>
            <pc:docMk/>
            <pc:sldMk cId="298011001" sldId="316"/>
            <ac:spMk id="20" creationId="{766BC01C-D8B9-2245-99A2-ADABB7214ABB}"/>
          </ac:spMkLst>
        </pc:spChg>
        <pc:spChg chg="add mod">
          <ac:chgData name="#CUI SHUAIWEN#" userId="35a196ea-bcb8-475e-86cf-0b9eaca8a48f" providerId="ADAL" clId="{4D8D382B-DDFF-455F-B5ED-E854E938891F}" dt="2026-03-10T12:39:33.132" v="820" actId="1076"/>
          <ac:spMkLst>
            <pc:docMk/>
            <pc:sldMk cId="298011001" sldId="316"/>
            <ac:spMk id="21" creationId="{F4939511-4372-CD8F-8576-B92D4FF779D6}"/>
          </ac:spMkLst>
        </pc:spChg>
        <pc:spChg chg="add mod">
          <ac:chgData name="#CUI SHUAIWEN#" userId="35a196ea-bcb8-475e-86cf-0b9eaca8a48f" providerId="ADAL" clId="{4D8D382B-DDFF-455F-B5ED-E854E938891F}" dt="2026-03-10T12:38:57.056" v="813" actId="14100"/>
          <ac:spMkLst>
            <pc:docMk/>
            <pc:sldMk cId="298011001" sldId="316"/>
            <ac:spMk id="22" creationId="{4B345CC6-019F-7E72-4709-0F5DC5AC41D0}"/>
          </ac:spMkLst>
        </pc:spChg>
        <pc:picChg chg="del">
          <ac:chgData name="#CUI SHUAIWEN#" userId="35a196ea-bcb8-475e-86cf-0b9eaca8a48f" providerId="ADAL" clId="{4D8D382B-DDFF-455F-B5ED-E854E938891F}" dt="2026-03-10T12:29:50.816" v="501" actId="478"/>
          <ac:picMkLst>
            <pc:docMk/>
            <pc:sldMk cId="298011001" sldId="316"/>
            <ac:picMk id="4" creationId="{759881EB-422F-BB39-DCA2-80E2A73E826C}"/>
          </ac:picMkLst>
        </pc:picChg>
        <pc:cxnChg chg="add mod">
          <ac:chgData name="#CUI SHUAIWEN#" userId="35a196ea-bcb8-475e-86cf-0b9eaca8a48f" providerId="ADAL" clId="{4D8D382B-DDFF-455F-B5ED-E854E938891F}" dt="2026-03-10T12:39:15.433" v="816" actId="693"/>
          <ac:cxnSpMkLst>
            <pc:docMk/>
            <pc:sldMk cId="298011001" sldId="316"/>
            <ac:cxnSpMk id="24" creationId="{BAAC8704-376F-B675-4595-1CAAFF671BB9}"/>
          </ac:cxnSpMkLst>
        </pc:cxnChg>
        <pc:cxnChg chg="add mod">
          <ac:chgData name="#CUI SHUAIWEN#" userId="35a196ea-bcb8-475e-86cf-0b9eaca8a48f" providerId="ADAL" clId="{4D8D382B-DDFF-455F-B5ED-E854E938891F}" dt="2026-03-10T12:39:21.754" v="819" actId="14100"/>
          <ac:cxnSpMkLst>
            <pc:docMk/>
            <pc:sldMk cId="298011001" sldId="316"/>
            <ac:cxnSpMk id="25" creationId="{D64895B7-F704-BAA2-5F24-34CD37F4CD5D}"/>
          </ac:cxnSpMkLst>
        </pc:cxnChg>
      </pc:sldChg>
      <pc:sldChg chg="del">
        <pc:chgData name="#CUI SHUAIWEN#" userId="35a196ea-bcb8-475e-86cf-0b9eaca8a48f" providerId="ADAL" clId="{4D8D382B-DDFF-455F-B5ED-E854E938891F}" dt="2026-03-10T12:25:17.642" v="320" actId="47"/>
        <pc:sldMkLst>
          <pc:docMk/>
          <pc:sldMk cId="3309710374" sldId="316"/>
        </pc:sldMkLst>
      </pc:sldChg>
      <pc:sldChg chg="del">
        <pc:chgData name="#CUI SHUAIWEN#" userId="35a196ea-bcb8-475e-86cf-0b9eaca8a48f" providerId="ADAL" clId="{4D8D382B-DDFF-455F-B5ED-E854E938891F}" dt="2026-03-10T12:25:17.826" v="321" actId="47"/>
        <pc:sldMkLst>
          <pc:docMk/>
          <pc:sldMk cId="1823350634" sldId="317"/>
        </pc:sldMkLst>
      </pc:sldChg>
      <pc:sldChg chg="addSp delSp modSp add mod">
        <pc:chgData name="#CUI SHUAIWEN#" userId="35a196ea-bcb8-475e-86cf-0b9eaca8a48f" providerId="ADAL" clId="{4D8D382B-DDFF-455F-B5ED-E854E938891F}" dt="2026-03-10T12:32:27.772" v="578" actId="207"/>
        <pc:sldMkLst>
          <pc:docMk/>
          <pc:sldMk cId="2875505487" sldId="317"/>
        </pc:sldMkLst>
        <pc:spChg chg="mod">
          <ac:chgData name="#CUI SHUAIWEN#" userId="35a196ea-bcb8-475e-86cf-0b9eaca8a48f" providerId="ADAL" clId="{4D8D382B-DDFF-455F-B5ED-E854E938891F}" dt="2026-03-10T12:31:26.692" v="560" actId="20577"/>
          <ac:spMkLst>
            <pc:docMk/>
            <pc:sldMk cId="2875505487" sldId="317"/>
            <ac:spMk id="2" creationId="{F896CDD2-98DF-0387-4534-7C3A979A8E42}"/>
          </ac:spMkLst>
        </pc:spChg>
        <pc:spChg chg="add mod">
          <ac:chgData name="#CUI SHUAIWEN#" userId="35a196ea-bcb8-475e-86cf-0b9eaca8a48f" providerId="ADAL" clId="{4D8D382B-DDFF-455F-B5ED-E854E938891F}" dt="2026-03-10T12:32:27.772" v="578" actId="207"/>
          <ac:spMkLst>
            <pc:docMk/>
            <pc:sldMk cId="2875505487" sldId="317"/>
            <ac:spMk id="3" creationId="{3C135B3D-E18B-47C9-FFF3-927B304B4C6D}"/>
          </ac:spMkLst>
        </pc:spChg>
        <pc:spChg chg="del">
          <ac:chgData name="#CUI SHUAIWEN#" userId="35a196ea-bcb8-475e-86cf-0b9eaca8a48f" providerId="ADAL" clId="{4D8D382B-DDFF-455F-B5ED-E854E938891F}" dt="2026-03-10T12:31:31.709" v="561" actId="478"/>
          <ac:spMkLst>
            <pc:docMk/>
            <pc:sldMk cId="2875505487" sldId="317"/>
            <ac:spMk id="7" creationId="{1A9FCE47-5A24-7C1C-3B56-8EF680324F9A}"/>
          </ac:spMkLst>
        </pc:spChg>
      </pc:sldChg>
      <pc:sldChg chg="del">
        <pc:chgData name="#CUI SHUAIWEN#" userId="35a196ea-bcb8-475e-86cf-0b9eaca8a48f" providerId="ADAL" clId="{4D8D382B-DDFF-455F-B5ED-E854E938891F}" dt="2026-03-10T12:25:18.004" v="322" actId="47"/>
        <pc:sldMkLst>
          <pc:docMk/>
          <pc:sldMk cId="1696387493" sldId="318"/>
        </pc:sldMkLst>
      </pc:sldChg>
      <pc:sldChg chg="del">
        <pc:chgData name="#CUI SHUAIWEN#" userId="35a196ea-bcb8-475e-86cf-0b9eaca8a48f" providerId="ADAL" clId="{4D8D382B-DDFF-455F-B5ED-E854E938891F}" dt="2026-03-10T12:25:18.206" v="323" actId="47"/>
        <pc:sldMkLst>
          <pc:docMk/>
          <pc:sldMk cId="1422115227" sldId="319"/>
        </pc:sldMkLst>
      </pc:sldChg>
      <pc:sldChg chg="del">
        <pc:chgData name="#CUI SHUAIWEN#" userId="35a196ea-bcb8-475e-86cf-0b9eaca8a48f" providerId="ADAL" clId="{4D8D382B-DDFF-455F-B5ED-E854E938891F}" dt="2026-03-10T12:25:18.789" v="326" actId="47"/>
        <pc:sldMkLst>
          <pc:docMk/>
          <pc:sldMk cId="1279301954" sldId="320"/>
        </pc:sldMkLst>
      </pc:sldChg>
      <pc:sldChg chg="del">
        <pc:chgData name="#CUI SHUAIWEN#" userId="35a196ea-bcb8-475e-86cf-0b9eaca8a48f" providerId="ADAL" clId="{4D8D382B-DDFF-455F-B5ED-E854E938891F}" dt="2026-03-10T12:25:18.592" v="325" actId="47"/>
        <pc:sldMkLst>
          <pc:docMk/>
          <pc:sldMk cId="1088682129" sldId="321"/>
        </pc:sldMkLst>
      </pc:sldChg>
      <pc:sldChg chg="del">
        <pc:chgData name="#CUI SHUAIWEN#" userId="35a196ea-bcb8-475e-86cf-0b9eaca8a48f" providerId="ADAL" clId="{4D8D382B-DDFF-455F-B5ED-E854E938891F}" dt="2026-03-10T12:25:16.670" v="316" actId="47"/>
        <pc:sldMkLst>
          <pc:docMk/>
          <pc:sldMk cId="732373274" sldId="322"/>
        </pc:sldMkLst>
      </pc:sldChg>
      <pc:sldChg chg="del">
        <pc:chgData name="#CUI SHUAIWEN#" userId="35a196ea-bcb8-475e-86cf-0b9eaca8a48f" providerId="ADAL" clId="{4D8D382B-DDFF-455F-B5ED-E854E938891F}" dt="2026-03-10T12:25:17.276" v="318" actId="47"/>
        <pc:sldMkLst>
          <pc:docMk/>
          <pc:sldMk cId="3129707496" sldId="323"/>
        </pc:sldMkLst>
      </pc:sldChg>
      <pc:sldChg chg="del">
        <pc:chgData name="#CUI SHUAIWEN#" userId="35a196ea-bcb8-475e-86cf-0b9eaca8a48f" providerId="ADAL" clId="{4D8D382B-DDFF-455F-B5ED-E854E938891F}" dt="2026-03-10T12:25:17.466" v="319" actId="47"/>
        <pc:sldMkLst>
          <pc:docMk/>
          <pc:sldMk cId="2106879602" sldId="324"/>
        </pc:sldMkLst>
      </pc:sldChg>
      <pc:sldChg chg="del">
        <pc:chgData name="#CUI SHUAIWEN#" userId="35a196ea-bcb8-475e-86cf-0b9eaca8a48f" providerId="ADAL" clId="{4D8D382B-DDFF-455F-B5ED-E854E938891F}" dt="2026-03-10T12:25:19.550" v="328" actId="47"/>
        <pc:sldMkLst>
          <pc:docMk/>
          <pc:sldMk cId="2848120826" sldId="325"/>
        </pc:sldMkLst>
      </pc:sldChg>
      <pc:sldChg chg="del">
        <pc:chgData name="#CUI SHUAIWEN#" userId="35a196ea-bcb8-475e-86cf-0b9eaca8a48f" providerId="ADAL" clId="{4D8D382B-DDFF-455F-B5ED-E854E938891F}" dt="2026-03-10T12:25:43.450" v="332" actId="47"/>
        <pc:sldMkLst>
          <pc:docMk/>
          <pc:sldMk cId="756288998" sldId="32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3/10/2026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/>
              </a:rPr>
            </a:br>
            <a:r>
              <a:rPr lang="en-US" sz="3000" b="1" dirty="0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F608-D302-8513-6306-E5E7E4DD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CBC3A0-2B36-47B2-F7C2-6B2DAB24C5B0}"/>
              </a:ext>
            </a:extLst>
          </p:cNvPr>
          <p:cNvSpPr txBox="1"/>
          <p:nvPr/>
        </p:nvSpPr>
        <p:spPr>
          <a:xfrm>
            <a:off x="317634" y="168441"/>
            <a:ext cx="811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8</a:t>
            </a:r>
            <a:r>
              <a:rPr lang="en-US" sz="2800" b="1" dirty="0"/>
              <a:t> – BIM &amp; Autodesk Revit Basics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CD6C26-2FD4-EEFE-5DC6-3707E2B6C348}"/>
              </a:ext>
            </a:extLst>
          </p:cNvPr>
          <p:cNvSpPr txBox="1"/>
          <p:nvPr/>
        </p:nvSpPr>
        <p:spPr>
          <a:xfrm>
            <a:off x="317634" y="1371421"/>
            <a:ext cx="8299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BIM is an intelligent </a:t>
            </a:r>
            <a:r>
              <a:rPr lang="en-US" sz="2000" b="1" dirty="0">
                <a:solidFill>
                  <a:srgbClr val="FF0000"/>
                </a:solidFill>
              </a:rPr>
              <a:t>digital process </a:t>
            </a:r>
            <a:r>
              <a:rPr lang="en-US" sz="2000" dirty="0"/>
              <a:t>that uses </a:t>
            </a:r>
            <a:r>
              <a:rPr lang="en-US" sz="2000" b="1" dirty="0">
                <a:solidFill>
                  <a:srgbClr val="FF0000"/>
                </a:solidFill>
              </a:rPr>
              <a:t>3D models </a:t>
            </a:r>
            <a:r>
              <a:rPr lang="en-US" sz="2000" dirty="0"/>
              <a:t>enriched with </a:t>
            </a:r>
            <a:r>
              <a:rPr lang="en-US" sz="2000" b="1" dirty="0">
                <a:solidFill>
                  <a:srgbClr val="FF0000"/>
                </a:solidFill>
              </a:rPr>
              <a:t>multidisciplinary data </a:t>
            </a:r>
            <a:r>
              <a:rPr lang="en-US" sz="2000" dirty="0"/>
              <a:t>to support the </a:t>
            </a:r>
            <a:r>
              <a:rPr lang="en-US" sz="2000" b="1" dirty="0">
                <a:solidFill>
                  <a:srgbClr val="FF0000"/>
                </a:solidFill>
              </a:rPr>
              <a:t>planning, design, construction, and lifecycle management</a:t>
            </a:r>
            <a:r>
              <a:rPr lang="en-US" sz="2000" dirty="0"/>
              <a:t> of buildings and infrastructure, enabling collaboration, efficiency, and informed decision-making across stakeholders.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2D3EB-2365-D62C-98EE-2AFBB15F7479}"/>
              </a:ext>
            </a:extLst>
          </p:cNvPr>
          <p:cNvSpPr txBox="1"/>
          <p:nvPr/>
        </p:nvSpPr>
        <p:spPr>
          <a:xfrm>
            <a:off x="317633" y="848606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Building Information Modeling (BIM)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15CA29-CD91-1058-6283-3ED0B3361EE1}"/>
              </a:ext>
            </a:extLst>
          </p:cNvPr>
          <p:cNvSpPr txBox="1"/>
          <p:nvPr/>
        </p:nvSpPr>
        <p:spPr>
          <a:xfrm>
            <a:off x="317632" y="2851805"/>
            <a:ext cx="5579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Autodesk Revit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70738-3B35-EBC5-9453-FF6ABDF936D4}"/>
              </a:ext>
            </a:extLst>
          </p:cNvPr>
          <p:cNvSpPr txBox="1"/>
          <p:nvPr/>
        </p:nvSpPr>
        <p:spPr>
          <a:xfrm>
            <a:off x="317634" y="3374620"/>
            <a:ext cx="8299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</a:rPr>
              <a:t>Autodesk Revit </a:t>
            </a:r>
            <a:r>
              <a:rPr lang="en-US" sz="2000" dirty="0"/>
              <a:t>is the </a:t>
            </a:r>
            <a:r>
              <a:rPr lang="en-US" sz="2000" b="1" dirty="0">
                <a:solidFill>
                  <a:srgbClr val="FF0000"/>
                </a:solidFill>
              </a:rPr>
              <a:t>most widely used BIM software</a:t>
            </a:r>
            <a:r>
              <a:rPr lang="en-US" sz="2000" dirty="0"/>
              <a:t>, enabling architects, engineers, and construction professionals to collaboratively design, visualize, and manage building projects across their lifecycle.</a:t>
            </a:r>
          </a:p>
        </p:txBody>
      </p:sp>
    </p:spTree>
    <p:extLst>
      <p:ext uri="{BB962C8B-B14F-4D97-AF65-F5344CB8AC3E}">
        <p14:creationId xmlns:p14="http://schemas.microsoft.com/office/powerpoint/2010/main" val="144426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4023-1E35-0E36-D6E8-7557F453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8E139-13CA-0BD3-B07A-C0E07183C7D0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8</a:t>
            </a:r>
            <a:r>
              <a:rPr lang="en-US" sz="2800" b="1" dirty="0"/>
              <a:t> – BIM &amp; Autodesk Revit Basics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4602A-A244-CD56-B77B-C1D619AAB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80" y="814066"/>
            <a:ext cx="7020076" cy="366682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F250E9-49FD-3EEF-F539-4B5C084640CB}"/>
              </a:ext>
            </a:extLst>
          </p:cNvPr>
          <p:cNvSpPr/>
          <p:nvPr/>
        </p:nvSpPr>
        <p:spPr>
          <a:xfrm>
            <a:off x="648305" y="3986590"/>
            <a:ext cx="1209524" cy="44994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53DAB3-3DFC-8783-EFE9-564557A2232B}"/>
              </a:ext>
            </a:extLst>
          </p:cNvPr>
          <p:cNvCxnSpPr/>
          <p:nvPr/>
        </p:nvCxnSpPr>
        <p:spPr>
          <a:xfrm flipH="1">
            <a:off x="1959429" y="3643086"/>
            <a:ext cx="667657" cy="377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97E3392-63D7-C8B6-8188-0131F50CECA4}"/>
              </a:ext>
            </a:extLst>
          </p:cNvPr>
          <p:cNvSpPr txBox="1"/>
          <p:nvPr/>
        </p:nvSpPr>
        <p:spPr>
          <a:xfrm>
            <a:off x="2815770" y="3526971"/>
            <a:ext cx="5379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Follow the material to learn BIM &amp; Revit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054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186B7-7530-EC06-1B3E-F352A347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F11B8-D00A-5DD2-EB9D-63C735D1DF6A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8</a:t>
            </a:r>
            <a:r>
              <a:rPr lang="en-US" sz="2800" b="1" dirty="0"/>
              <a:t> – BIM &amp; Autodesk Revit Basics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CE499-DA34-EB47-C8BB-8D87D204EAF0}"/>
              </a:ext>
            </a:extLst>
          </p:cNvPr>
          <p:cNvSpPr txBox="1"/>
          <p:nvPr/>
        </p:nvSpPr>
        <p:spPr>
          <a:xfrm>
            <a:off x="317634" y="771898"/>
            <a:ext cx="8578393" cy="297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Following </a:t>
            </a:r>
            <a:r>
              <a:rPr lang="en-US" sz="2000" b="1" dirty="0" err="1"/>
              <a:t>NTLearn</a:t>
            </a:r>
            <a:r>
              <a:rPr lang="en-US" sz="2000" b="1" dirty="0"/>
              <a:t> and </a:t>
            </a:r>
            <a:r>
              <a:rPr lang="en-US" sz="2000" b="1" dirty="0" err="1"/>
              <a:t>Linkedin</a:t>
            </a:r>
            <a:r>
              <a:rPr lang="en-US" sz="2000" b="1" dirty="0"/>
              <a:t> videos to learn Revit basic operations. You only need to watch the videos required in the study material in the previous slide.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Submit R1-4 by the end of week 8.</a:t>
            </a:r>
            <a:endParaRPr lang="en-SG" sz="2000" dirty="0"/>
          </a:p>
          <a:p>
            <a:pPr>
              <a:lnSpc>
                <a:spcPct val="200000"/>
              </a:lnSpc>
            </a:pP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599020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27475-B676-DC86-740F-DB13F0A6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96CDD2-98DF-0387-4534-7C3A979A8E42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8</a:t>
            </a:r>
            <a:r>
              <a:rPr lang="en-US" sz="2800" b="1" dirty="0"/>
              <a:t> – Key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35B3D-E18B-47C9-FFF3-927B304B4C6D}"/>
              </a:ext>
            </a:extLst>
          </p:cNvPr>
          <p:cNvSpPr txBox="1"/>
          <p:nvPr/>
        </p:nvSpPr>
        <p:spPr>
          <a:xfrm>
            <a:off x="317633" y="691661"/>
            <a:ext cx="7198639" cy="246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Family Categories – System/Component/In-place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Family Anatomy – </a:t>
            </a:r>
            <a:r>
              <a:rPr lang="en-US" sz="2000" b="1" dirty="0">
                <a:solidFill>
                  <a:srgbClr val="FF0000"/>
                </a:solidFill>
              </a:rPr>
              <a:t>Reference/Dimension/Parameter/3D Mass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</a:t>
            </a:r>
            <a:r>
              <a:rPr lang="en-US" altLang="zh-CN" sz="2000" b="1" dirty="0"/>
              <a:t>asic Operations – </a:t>
            </a:r>
            <a:r>
              <a:rPr lang="en-US" altLang="zh-CN" sz="2000" b="1" dirty="0">
                <a:solidFill>
                  <a:srgbClr val="FF0000"/>
                </a:solidFill>
              </a:rPr>
              <a:t>Extrusions/Sweeps/Blends/Voids/Profile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For sweeping, two phases – </a:t>
            </a:r>
            <a:r>
              <a:rPr lang="en-US" sz="2000" b="1" dirty="0">
                <a:solidFill>
                  <a:srgbClr val="FF0000"/>
                </a:solidFill>
              </a:rPr>
              <a:t>I Path / II Profile</a:t>
            </a:r>
            <a:endParaRPr lang="en-SG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505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2C8E2-FFD3-111D-DF5F-549A124DC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04D51A-ACDD-8EC7-64C9-43E355307434}"/>
              </a:ext>
            </a:extLst>
          </p:cNvPr>
          <p:cNvSpPr txBox="1"/>
          <p:nvPr/>
        </p:nvSpPr>
        <p:spPr>
          <a:xfrm>
            <a:off x="317634" y="168441"/>
            <a:ext cx="5962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WEEK </a:t>
            </a:r>
            <a:r>
              <a:rPr lang="en-US" altLang="zh-CN" sz="2800" b="1" dirty="0"/>
              <a:t>8</a:t>
            </a:r>
            <a:r>
              <a:rPr lang="en-US" sz="2800" b="1" dirty="0"/>
              <a:t> – Scope For Quiz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9AF40-9E2C-493B-35BC-D04854950CCF}"/>
              </a:ext>
            </a:extLst>
          </p:cNvPr>
          <p:cNvSpPr txBox="1"/>
          <p:nvPr/>
        </p:nvSpPr>
        <p:spPr>
          <a:xfrm>
            <a:off x="1749161" y="1744552"/>
            <a:ext cx="169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1-REFERENCE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C305B3-AC49-881C-B949-F387E8B8A71A}"/>
              </a:ext>
            </a:extLst>
          </p:cNvPr>
          <p:cNvSpPr/>
          <p:nvPr/>
        </p:nvSpPr>
        <p:spPr>
          <a:xfrm>
            <a:off x="201520" y="2403319"/>
            <a:ext cx="1233714" cy="585409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rgbClr val="FF0000"/>
                </a:solidFill>
              </a:rPr>
              <a:t>“FAMILY”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9422F1-7C0F-A690-25BF-376D11B3B1C5}"/>
              </a:ext>
            </a:extLst>
          </p:cNvPr>
          <p:cNvSpPr/>
          <p:nvPr/>
        </p:nvSpPr>
        <p:spPr>
          <a:xfrm>
            <a:off x="1882758" y="1053489"/>
            <a:ext cx="1233714" cy="369332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rgbClr val="FF0000"/>
                </a:solidFill>
              </a:rPr>
              <a:t>BASICS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CB6DB0D-4C1E-B60E-83D3-035F6745D84E}"/>
              </a:ext>
            </a:extLst>
          </p:cNvPr>
          <p:cNvSpPr/>
          <p:nvPr/>
        </p:nvSpPr>
        <p:spPr>
          <a:xfrm>
            <a:off x="4398542" y="1043029"/>
            <a:ext cx="1233714" cy="369332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rgbClr val="FF0000"/>
                </a:solidFill>
              </a:rPr>
              <a:t>3D MASS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8E14C7-E80D-B796-D5E8-3831A778966D}"/>
              </a:ext>
            </a:extLst>
          </p:cNvPr>
          <p:cNvSpPr/>
          <p:nvPr/>
        </p:nvSpPr>
        <p:spPr>
          <a:xfrm>
            <a:off x="6914326" y="1043029"/>
            <a:ext cx="1233714" cy="369332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rgbClr val="FF0000"/>
                </a:solidFill>
              </a:rPr>
              <a:t>3D VOID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CE93DA-EF90-AF54-9A5C-41723D27ECE2}"/>
              </a:ext>
            </a:extLst>
          </p:cNvPr>
          <p:cNvSpPr txBox="1"/>
          <p:nvPr/>
        </p:nvSpPr>
        <p:spPr>
          <a:xfrm>
            <a:off x="1749161" y="2403319"/>
            <a:ext cx="169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2-DIMENSION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E53DF3-CDE1-8B20-531B-F37DBA536115}"/>
              </a:ext>
            </a:extLst>
          </p:cNvPr>
          <p:cNvSpPr txBox="1"/>
          <p:nvPr/>
        </p:nvSpPr>
        <p:spPr>
          <a:xfrm>
            <a:off x="1749160" y="3070980"/>
            <a:ext cx="169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3-LABEL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F3FF35-2BDC-20DE-F4BD-75BBF922877C}"/>
              </a:ext>
            </a:extLst>
          </p:cNvPr>
          <p:cNvSpPr txBox="1"/>
          <p:nvPr/>
        </p:nvSpPr>
        <p:spPr>
          <a:xfrm>
            <a:off x="1749159" y="3729747"/>
            <a:ext cx="1966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4-3D MASS/VOID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C87CA8-4C2D-C587-ABB1-DD2BE37FB144}"/>
              </a:ext>
            </a:extLst>
          </p:cNvPr>
          <p:cNvSpPr txBox="1"/>
          <p:nvPr/>
        </p:nvSpPr>
        <p:spPr>
          <a:xfrm>
            <a:off x="4281905" y="1712286"/>
            <a:ext cx="169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EXTRUSION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39A3E-A5F6-FF69-533C-391CB84674C1}"/>
              </a:ext>
            </a:extLst>
          </p:cNvPr>
          <p:cNvSpPr txBox="1"/>
          <p:nvPr/>
        </p:nvSpPr>
        <p:spPr>
          <a:xfrm>
            <a:off x="4281904" y="2326691"/>
            <a:ext cx="169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SWEEP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569B40-CCCF-1FCE-AE53-E3DC8661EDC4}"/>
              </a:ext>
            </a:extLst>
          </p:cNvPr>
          <p:cNvSpPr txBox="1"/>
          <p:nvPr/>
        </p:nvSpPr>
        <p:spPr>
          <a:xfrm>
            <a:off x="4281905" y="2988728"/>
            <a:ext cx="169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BLEND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BC334F-5335-BAE1-4B9F-D0A7D16989E1}"/>
              </a:ext>
            </a:extLst>
          </p:cNvPr>
          <p:cNvSpPr txBox="1"/>
          <p:nvPr/>
        </p:nvSpPr>
        <p:spPr>
          <a:xfrm>
            <a:off x="6814646" y="1712286"/>
            <a:ext cx="169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EXTRUSION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6BC01C-D8B9-2245-99A2-ADABB7214ABB}"/>
              </a:ext>
            </a:extLst>
          </p:cNvPr>
          <p:cNvSpPr txBox="1"/>
          <p:nvPr/>
        </p:nvSpPr>
        <p:spPr>
          <a:xfrm>
            <a:off x="6814645" y="2326691"/>
            <a:ext cx="169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SWEEP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939511-4372-CD8F-8576-B92D4FF779D6}"/>
              </a:ext>
            </a:extLst>
          </p:cNvPr>
          <p:cNvSpPr txBox="1"/>
          <p:nvPr/>
        </p:nvSpPr>
        <p:spPr>
          <a:xfrm>
            <a:off x="6814646" y="2988728"/>
            <a:ext cx="169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BLEND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345CC6-019F-7E72-4709-0F5DC5AC41D0}"/>
              </a:ext>
            </a:extLst>
          </p:cNvPr>
          <p:cNvSpPr/>
          <p:nvPr/>
        </p:nvSpPr>
        <p:spPr>
          <a:xfrm>
            <a:off x="3938210" y="850290"/>
            <a:ext cx="4480076" cy="3248789"/>
          </a:xfrm>
          <a:prstGeom prst="roundRect">
            <a:avLst>
              <a:gd name="adj" fmla="val 6949"/>
            </a:avLst>
          </a:prstGeom>
          <a:noFill/>
          <a:ln w="38100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AAC8704-376F-B675-4595-1CAAFF671BB9}"/>
              </a:ext>
            </a:extLst>
          </p:cNvPr>
          <p:cNvCxnSpPr/>
          <p:nvPr/>
        </p:nvCxnSpPr>
        <p:spPr>
          <a:xfrm flipV="1">
            <a:off x="3439363" y="1043029"/>
            <a:ext cx="498847" cy="2743985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4895B7-F704-BAA2-5F24-34CD37F4CD5D}"/>
              </a:ext>
            </a:extLst>
          </p:cNvPr>
          <p:cNvCxnSpPr>
            <a:cxnSpLocks/>
          </p:cNvCxnSpPr>
          <p:nvPr/>
        </p:nvCxnSpPr>
        <p:spPr>
          <a:xfrm>
            <a:off x="3497943" y="3980538"/>
            <a:ext cx="498847" cy="118541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1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F871-2624-8CA5-10A4-526E2D95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905F45-6EB8-6ED1-B7FC-8266293A3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889" y="344696"/>
            <a:ext cx="2094929" cy="45546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1F1D94-BF01-9773-824C-FE402E31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535" y="344695"/>
            <a:ext cx="2094929" cy="4554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3A8F5-ABB5-A3BA-9166-9E8B9E2F2407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SCAN TO DOWNLOAD THE SLIDES</a:t>
            </a:r>
            <a:endParaRPr lang="en-SG" sz="1600" dirty="0"/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5E6AE354-B661-F4AF-8160-66A316454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16" y="1143000"/>
            <a:ext cx="2857500" cy="28575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DDE0AD-E736-7834-9770-6052B3973F69}"/>
              </a:ext>
            </a:extLst>
          </p:cNvPr>
          <p:cNvSpPr/>
          <p:nvPr/>
        </p:nvSpPr>
        <p:spPr>
          <a:xfrm>
            <a:off x="3649133" y="3606800"/>
            <a:ext cx="1032701" cy="211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4BC619-0BB6-4377-DAFE-60564F8DE541}"/>
              </a:ext>
            </a:extLst>
          </p:cNvPr>
          <p:cNvSpPr/>
          <p:nvPr/>
        </p:nvSpPr>
        <p:spPr>
          <a:xfrm>
            <a:off x="6832600" y="2219217"/>
            <a:ext cx="1032701" cy="211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4C5E3C-55BB-FCF1-AD31-DE3A0295D844}"/>
              </a:ext>
            </a:extLst>
          </p:cNvPr>
          <p:cNvCxnSpPr/>
          <p:nvPr/>
        </p:nvCxnSpPr>
        <p:spPr>
          <a:xfrm flipH="1">
            <a:off x="4681834" y="3268133"/>
            <a:ext cx="355833" cy="338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F23151-07FE-30CA-B197-14A5B86422C9}"/>
              </a:ext>
            </a:extLst>
          </p:cNvPr>
          <p:cNvCxnSpPr/>
          <p:nvPr/>
        </p:nvCxnSpPr>
        <p:spPr>
          <a:xfrm flipH="1">
            <a:off x="7762850" y="1913682"/>
            <a:ext cx="355833" cy="3386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933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243</Words>
  <Application>Microsoft Office PowerPoint</Application>
  <PresentationFormat>On-screen Show (16:9)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CV1711 ENGINEERING DRAWING &amp; 3D BUILD  INFO MODEL (LAB)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#CUI SHUAIWEN#</cp:lastModifiedBy>
  <cp:revision>86</cp:revision>
  <dcterms:created xsi:type="dcterms:W3CDTF">2017-05-14T01:29:56Z</dcterms:created>
  <dcterms:modified xsi:type="dcterms:W3CDTF">2026-03-10T12:40:33Z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