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59" r:id="rId5"/>
    <p:sldId id="257" r:id="rId6"/>
    <p:sldId id="262" r:id="rId7"/>
    <p:sldId id="263" r:id="rId8"/>
    <p:sldId id="264" r:id="rId9"/>
    <p:sldId id="265" r:id="rId10"/>
    <p:sldId id="267" r:id="rId11"/>
    <p:sldId id="268" r:id="rId12"/>
    <p:sldId id="260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5FD82-C974-4DCE-A590-0E778D7ED507}" v="116" dt="2026-01-11T13:05:03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2" autoAdjust="0"/>
    <p:restoredTop sz="94765"/>
  </p:normalViewPr>
  <p:slideViewPr>
    <p:cSldViewPr snapToGrid="0" snapToObjects="1">
      <p:cViewPr varScale="1">
        <p:scale>
          <a:sx n="199" d="100"/>
          <a:sy n="199" d="100"/>
        </p:scale>
        <p:origin x="582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1-11T13:05:18.850" v="3047" actId="20577"/>
      <pc:docMkLst>
        <pc:docMk/>
      </pc:docMkLst>
      <pc:sldChg chg="addSp delSp modSp mod">
        <pc:chgData name="#CUI SHUAIWEN#" userId="35a196ea-bcb8-475e-86cf-0b9eaca8a48f" providerId="ADAL" clId="{4D8D382B-DDFF-455F-B5ED-E854E938891F}" dt="2026-01-11T11:37:32.557" v="841" actId="1076"/>
        <pc:sldMkLst>
          <pc:docMk/>
          <pc:sldMk cId="3080595037" sldId="257"/>
        </pc:sldMkLst>
        <pc:spChg chg="add mod">
          <ac:chgData name="#CUI SHUAIWEN#" userId="35a196ea-bcb8-475e-86cf-0b9eaca8a48f" providerId="ADAL" clId="{4D8D382B-DDFF-455F-B5ED-E854E938891F}" dt="2026-01-11T11:36:59.353" v="794" actId="14100"/>
          <ac:spMkLst>
            <pc:docMk/>
            <pc:sldMk cId="3080595037" sldId="257"/>
            <ac:spMk id="2" creationId="{F8493E71-F3A4-772F-28C6-B2CB018AAA49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4" creationId="{3D0E8BCB-BE71-5DA3-9DD8-84BF1C745E37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5" creationId="{19E1E834-D94B-B7B3-3639-55CD79214D40}"/>
          </ac:spMkLst>
        </pc:spChg>
        <pc:spChg chg="del">
          <ac:chgData name="#CUI SHUAIWEN#" userId="35a196ea-bcb8-475e-86cf-0b9eaca8a48f" providerId="ADAL" clId="{4D8D382B-DDFF-455F-B5ED-E854E938891F}" dt="2026-01-11T10:46:52.201" v="359" actId="478"/>
          <ac:spMkLst>
            <pc:docMk/>
            <pc:sldMk cId="3080595037" sldId="257"/>
            <ac:spMk id="6" creationId="{09A18EB4-2191-FB49-EE5D-76A759BD3C22}"/>
          </ac:spMkLst>
        </pc:spChg>
        <pc:spChg chg="add del mod">
          <ac:chgData name="#CUI SHUAIWEN#" userId="35a196ea-bcb8-475e-86cf-0b9eaca8a48f" providerId="ADAL" clId="{4D8D382B-DDFF-455F-B5ED-E854E938891F}" dt="2026-01-11T10:57:37.377" v="535"/>
          <ac:spMkLst>
            <pc:docMk/>
            <pc:sldMk cId="3080595037" sldId="257"/>
            <ac:spMk id="14" creationId="{AD3ECE23-2E59-EC54-CCF6-767958D743DF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15" creationId="{2E0CF8B3-5715-D3C4-6F09-3CF5D99E57A7}"/>
          </ac:spMkLst>
        </pc:spChg>
        <pc:spChg chg="add">
          <ac:chgData name="#CUI SHUAIWEN#" userId="35a196ea-bcb8-475e-86cf-0b9eaca8a48f" providerId="ADAL" clId="{4D8D382B-DDFF-455F-B5ED-E854E938891F}" dt="2026-01-11T10:57:26.444" v="532"/>
          <ac:spMkLst>
            <pc:docMk/>
            <pc:sldMk cId="3080595037" sldId="257"/>
            <ac:spMk id="16" creationId="{A32D7423-DC3D-5AA7-193A-90FDDE21A6FF}"/>
          </ac:spMkLst>
        </pc:spChg>
        <pc:spChg chg="add del mod">
          <ac:chgData name="#CUI SHUAIWEN#" userId="35a196ea-bcb8-475e-86cf-0b9eaca8a48f" providerId="ADAL" clId="{4D8D382B-DDFF-455F-B5ED-E854E938891F}" dt="2026-01-11T10:58:06.249" v="561"/>
          <ac:spMkLst>
            <pc:docMk/>
            <pc:sldMk cId="3080595037" sldId="257"/>
            <ac:spMk id="17" creationId="{8E483CD3-6A99-E320-92DC-254B145A1550}"/>
          </ac:spMkLst>
        </pc:spChg>
        <pc:spChg chg="add mod">
          <ac:chgData name="#CUI SHUAIWEN#" userId="35a196ea-bcb8-475e-86cf-0b9eaca8a48f" providerId="ADAL" clId="{4D8D382B-DDFF-455F-B5ED-E854E938891F}" dt="2026-01-11T11:09:04.747" v="703" actId="20577"/>
          <ac:spMkLst>
            <pc:docMk/>
            <pc:sldMk cId="3080595037" sldId="257"/>
            <ac:spMk id="18" creationId="{C7807775-BBEA-96DA-8E01-8F110858BE17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19" creationId="{2F38DBDD-51DC-C560-BA56-E9AB49D4899D}"/>
          </ac:spMkLst>
        </pc:spChg>
        <pc:spChg chg="add mod">
          <ac:chgData name="#CUI SHUAIWEN#" userId="35a196ea-bcb8-475e-86cf-0b9eaca8a48f" providerId="ADAL" clId="{4D8D382B-DDFF-455F-B5ED-E854E938891F}" dt="2026-01-11T11:06:55.999" v="670" actId="1076"/>
          <ac:spMkLst>
            <pc:docMk/>
            <pc:sldMk cId="3080595037" sldId="257"/>
            <ac:spMk id="20" creationId="{8862D768-30AA-DF88-8BD4-06058748A30B}"/>
          </ac:spMkLst>
        </pc:spChg>
        <pc:spChg chg="add del mod">
          <ac:chgData name="#CUI SHUAIWEN#" userId="35a196ea-bcb8-475e-86cf-0b9eaca8a48f" providerId="ADAL" clId="{4D8D382B-DDFF-455F-B5ED-E854E938891F}" dt="2026-01-11T11:06:13.139" v="667" actId="478"/>
          <ac:spMkLst>
            <pc:docMk/>
            <pc:sldMk cId="3080595037" sldId="257"/>
            <ac:spMk id="21" creationId="{3E2DB084-B494-F0B6-1FD5-17119586BEA5}"/>
          </ac:spMkLst>
        </pc:spChg>
        <pc:spChg chg="add mod">
          <ac:chgData name="#CUI SHUAIWEN#" userId="35a196ea-bcb8-475e-86cf-0b9eaca8a48f" providerId="ADAL" clId="{4D8D382B-DDFF-455F-B5ED-E854E938891F}" dt="2026-01-11T11:37:32.557" v="841" actId="1076"/>
          <ac:spMkLst>
            <pc:docMk/>
            <pc:sldMk cId="3080595037" sldId="257"/>
            <ac:spMk id="22" creationId="{46AAC1AF-CEC5-E792-6D5D-E29615A0067E}"/>
          </ac:spMkLst>
        </pc:sp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7" creationId="{7588EF94-AAC5-1CFE-F20E-AA65A364182E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9" creationId="{BE5B02EF-9788-D660-C106-A23309EE681D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11" creationId="{F96A8D50-22A3-48FD-13E7-5BCFFA73C501}"/>
          </ac:picMkLst>
        </pc:picChg>
        <pc:picChg chg="add mod">
          <ac:chgData name="#CUI SHUAIWEN#" userId="35a196ea-bcb8-475e-86cf-0b9eaca8a48f" providerId="ADAL" clId="{4D8D382B-DDFF-455F-B5ED-E854E938891F}" dt="2026-01-11T11:06:55.999" v="670" actId="1076"/>
          <ac:picMkLst>
            <pc:docMk/>
            <pc:sldMk cId="3080595037" sldId="257"/>
            <ac:picMk id="13" creationId="{7705B83D-B00F-F4F4-5BB2-077EB0431EFE}"/>
          </ac:picMkLst>
        </pc:picChg>
      </pc:sldChg>
      <pc:sldChg chg="del">
        <pc:chgData name="#CUI SHUAIWEN#" userId="35a196ea-bcb8-475e-86cf-0b9eaca8a48f" providerId="ADAL" clId="{4D8D382B-DDFF-455F-B5ED-E854E938891F}" dt="2026-01-11T10:39:48.266" v="349" actId="47"/>
        <pc:sldMkLst>
          <pc:docMk/>
          <pc:sldMk cId="3465716937" sldId="258"/>
        </pc:sldMkLst>
      </pc:sldChg>
      <pc:sldChg chg="delSp modSp mod ord">
        <pc:chgData name="#CUI SHUAIWEN#" userId="35a196ea-bcb8-475e-86cf-0b9eaca8a48f" providerId="ADAL" clId="{4D8D382B-DDFF-455F-B5ED-E854E938891F}" dt="2026-01-11T12:52:50.169" v="2665"/>
        <pc:sldMkLst>
          <pc:docMk/>
          <pc:sldMk cId="4292458085" sldId="260"/>
        </pc:sldMkLst>
        <pc:spChg chg="del mod">
          <ac:chgData name="#CUI SHUAIWEN#" userId="35a196ea-bcb8-475e-86cf-0b9eaca8a48f" providerId="ADAL" clId="{4D8D382B-DDFF-455F-B5ED-E854E938891F}" dt="2026-01-11T12:52:30.178" v="2657" actId="478"/>
          <ac:spMkLst>
            <pc:docMk/>
            <pc:sldMk cId="4292458085" sldId="260"/>
            <ac:spMk id="3" creationId="{D4CAE0C7-E122-A08C-E429-E2D75BFD63CC}"/>
          </ac:spMkLst>
        </pc:spChg>
        <pc:spChg chg="mod">
          <ac:chgData name="#CUI SHUAIWEN#" userId="35a196ea-bcb8-475e-86cf-0b9eaca8a48f" providerId="ADAL" clId="{4D8D382B-DDFF-455F-B5ED-E854E938891F}" dt="2026-01-11T12:52:44.639" v="2662" actId="1076"/>
          <ac:spMkLst>
            <pc:docMk/>
            <pc:sldMk cId="4292458085" sldId="260"/>
            <ac:spMk id="4" creationId="{901E286F-7C71-F46B-FBF4-BD5EDA611CF8}"/>
          </ac:spMkLst>
        </pc:spChg>
        <pc:spChg chg="del mod">
          <ac:chgData name="#CUI SHUAIWEN#" userId="35a196ea-bcb8-475e-86cf-0b9eaca8a48f" providerId="ADAL" clId="{4D8D382B-DDFF-455F-B5ED-E854E938891F}" dt="2026-01-11T12:52:28.625" v="2656" actId="478"/>
          <ac:spMkLst>
            <pc:docMk/>
            <pc:sldMk cId="4292458085" sldId="260"/>
            <ac:spMk id="5" creationId="{2DBF9369-C96F-E5D3-A18B-9C5E481A6DB8}"/>
          </ac:spMkLst>
        </pc:spChg>
        <pc:spChg chg="del">
          <ac:chgData name="#CUI SHUAIWEN#" userId="35a196ea-bcb8-475e-86cf-0b9eaca8a48f" providerId="ADAL" clId="{4D8D382B-DDFF-455F-B5ED-E854E938891F}" dt="2026-01-11T12:52:31.279" v="2658" actId="478"/>
          <ac:spMkLst>
            <pc:docMk/>
            <pc:sldMk cId="4292458085" sldId="260"/>
            <ac:spMk id="6" creationId="{66149115-8025-FC70-5A3B-09915D2D3673}"/>
          </ac:spMkLst>
        </pc:spChg>
        <pc:picChg chg="mod">
          <ac:chgData name="#CUI SHUAIWEN#" userId="35a196ea-bcb8-475e-86cf-0b9eaca8a48f" providerId="ADAL" clId="{4D8D382B-DDFF-455F-B5ED-E854E938891F}" dt="2026-01-11T12:52:41.027" v="2661" actId="1076"/>
          <ac:picMkLst>
            <pc:docMk/>
            <pc:sldMk cId="4292458085" sldId="260"/>
            <ac:picMk id="7" creationId="{103D04DD-25EF-CA22-BFA0-FB7F46D1855E}"/>
          </ac:picMkLst>
        </pc:picChg>
        <pc:cxnChg chg="mod">
          <ac:chgData name="#CUI SHUAIWEN#" userId="35a196ea-bcb8-475e-86cf-0b9eaca8a48f" providerId="ADAL" clId="{4D8D382B-DDFF-455F-B5ED-E854E938891F}" dt="2026-01-11T12:52:41.027" v="2661" actId="1076"/>
          <ac:cxnSpMkLst>
            <pc:docMk/>
            <pc:sldMk cId="4292458085" sldId="260"/>
            <ac:cxnSpMk id="9" creationId="{7FB91823-4A3C-5F70-5566-AABF409A5E83}"/>
          </ac:cxnSpMkLst>
        </pc:cxnChg>
        <pc:cxnChg chg="mod">
          <ac:chgData name="#CUI SHUAIWEN#" userId="35a196ea-bcb8-475e-86cf-0b9eaca8a48f" providerId="ADAL" clId="{4D8D382B-DDFF-455F-B5ED-E854E938891F}" dt="2026-01-11T12:52:41.027" v="2661" actId="1076"/>
          <ac:cxnSpMkLst>
            <pc:docMk/>
            <pc:sldMk cId="4292458085" sldId="260"/>
            <ac:cxnSpMk id="10" creationId="{44832FBD-F61F-6A7C-CDA9-1A698B6AC9DF}"/>
          </ac:cxnSpMkLst>
        </pc:cxnChg>
        <pc:cxnChg chg="del mod">
          <ac:chgData name="#CUI SHUAIWEN#" userId="35a196ea-bcb8-475e-86cf-0b9eaca8a48f" providerId="ADAL" clId="{4D8D382B-DDFF-455F-B5ED-E854E938891F}" dt="2026-01-11T12:52:46.356" v="2663" actId="478"/>
          <ac:cxnSpMkLst>
            <pc:docMk/>
            <pc:sldMk cId="4292458085" sldId="260"/>
            <ac:cxnSpMk id="11" creationId="{E071B56D-1B3D-28AF-5BD6-A2F937F3DCD6}"/>
          </ac:cxnSpMkLst>
        </pc:cxnChg>
      </pc:sldChg>
      <pc:sldChg chg="del">
        <pc:chgData name="#CUI SHUAIWEN#" userId="35a196ea-bcb8-475e-86cf-0b9eaca8a48f" providerId="ADAL" clId="{4D8D382B-DDFF-455F-B5ED-E854E938891F}" dt="2026-01-11T12:58:08.106" v="2875" actId="47"/>
        <pc:sldMkLst>
          <pc:docMk/>
          <pc:sldMk cId="616729318" sldId="261"/>
        </pc:sldMkLst>
      </pc:sldChg>
      <pc:sldChg chg="del">
        <pc:chgData name="#CUI SHUAIWEN#" userId="35a196ea-bcb8-475e-86cf-0b9eaca8a48f" providerId="ADAL" clId="{4D8D382B-DDFF-455F-B5ED-E854E938891F}" dt="2026-01-11T10:39:32.411" v="294" actId="47"/>
        <pc:sldMkLst>
          <pc:docMk/>
          <pc:sldMk cId="946053145" sldId="262"/>
        </pc:sldMkLst>
      </pc:sldChg>
      <pc:sldChg chg="addSp delSp modSp add mod">
        <pc:chgData name="#CUI SHUAIWEN#" userId="35a196ea-bcb8-475e-86cf-0b9eaca8a48f" providerId="ADAL" clId="{4D8D382B-DDFF-455F-B5ED-E854E938891F}" dt="2026-01-11T11:50:31.614" v="891" actId="1076"/>
        <pc:sldMkLst>
          <pc:docMk/>
          <pc:sldMk cId="2142808599" sldId="262"/>
        </pc:sldMkLst>
        <pc:spChg chg="add mod">
          <ac:chgData name="#CUI SHUAIWEN#" userId="35a196ea-bcb8-475e-86cf-0b9eaca8a48f" providerId="ADAL" clId="{4D8D382B-DDFF-455F-B5ED-E854E938891F}" dt="2026-01-11T11:49:58.062" v="858" actId="1076"/>
          <ac:spMkLst>
            <pc:docMk/>
            <pc:sldMk cId="2142808599" sldId="262"/>
            <ac:spMk id="2" creationId="{47841444-3201-F163-84DA-74C0ED4FC129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4" creationId="{5443EE09-F13A-5D93-2E05-EAA57C15938F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5" creationId="{06541FF1-2AEC-B7AC-4332-42AA7C5C06DC}"/>
          </ac:spMkLst>
        </pc:spChg>
        <pc:spChg chg="del">
          <ac:chgData name="#CUI SHUAIWEN#" userId="35a196ea-bcb8-475e-86cf-0b9eaca8a48f" providerId="ADAL" clId="{4D8D382B-DDFF-455F-B5ED-E854E938891F}" dt="2026-01-11T11:08:17.428" v="695" actId="478"/>
          <ac:spMkLst>
            <pc:docMk/>
            <pc:sldMk cId="2142808599" sldId="262"/>
            <ac:spMk id="6" creationId="{E13B4252-65F7-C766-DF6C-402FB34D2626}"/>
          </ac:spMkLst>
        </pc:spChg>
        <pc:spChg chg="add mod">
          <ac:chgData name="#CUI SHUAIWEN#" userId="35a196ea-bcb8-475e-86cf-0b9eaca8a48f" providerId="ADAL" clId="{4D8D382B-DDFF-455F-B5ED-E854E938891F}" dt="2026-01-11T11:49:35.206" v="848" actId="1076"/>
          <ac:spMkLst>
            <pc:docMk/>
            <pc:sldMk cId="2142808599" sldId="262"/>
            <ac:spMk id="9" creationId="{C6669A8D-1A32-4C19-F1F4-079B58156073}"/>
          </ac:spMkLst>
        </pc:spChg>
        <pc:spChg chg="add mod">
          <ac:chgData name="#CUI SHUAIWEN#" userId="35a196ea-bcb8-475e-86cf-0b9eaca8a48f" providerId="ADAL" clId="{4D8D382B-DDFF-455F-B5ED-E854E938891F}" dt="2026-01-11T11:50:19.401" v="889" actId="1076"/>
          <ac:spMkLst>
            <pc:docMk/>
            <pc:sldMk cId="2142808599" sldId="262"/>
            <ac:spMk id="16" creationId="{CCDE2FC4-8964-8A3B-624B-B43DA6B621CC}"/>
          </ac:spMkLst>
        </pc:spChg>
        <pc:picChg chg="add mod">
          <ac:chgData name="#CUI SHUAIWEN#" userId="35a196ea-bcb8-475e-86cf-0b9eaca8a48f" providerId="ADAL" clId="{4D8D382B-DDFF-455F-B5ED-E854E938891F}" dt="2026-01-11T11:50:31.614" v="891" actId="1076"/>
          <ac:picMkLst>
            <pc:docMk/>
            <pc:sldMk cId="2142808599" sldId="262"/>
            <ac:picMk id="7" creationId="{E8CE79E5-B531-BBFD-65B3-F788C5EA4B04}"/>
          </ac:picMkLst>
        </pc:picChg>
        <pc:picChg chg="add mod">
          <ac:chgData name="#CUI SHUAIWEN#" userId="35a196ea-bcb8-475e-86cf-0b9eaca8a48f" providerId="ADAL" clId="{4D8D382B-DDFF-455F-B5ED-E854E938891F}" dt="2026-01-11T11:49:30.950" v="846" actId="1076"/>
          <ac:picMkLst>
            <pc:docMk/>
            <pc:sldMk cId="2142808599" sldId="262"/>
            <ac:picMk id="11" creationId="{25A2E567-16DC-2203-16FA-473341A6E54F}"/>
          </ac:picMkLst>
        </pc:picChg>
        <pc:cxnChg chg="add mod">
          <ac:chgData name="#CUI SHUAIWEN#" userId="35a196ea-bcb8-475e-86cf-0b9eaca8a48f" providerId="ADAL" clId="{4D8D382B-DDFF-455F-B5ED-E854E938891F}" dt="2026-01-11T11:50:26.241" v="890" actId="14100"/>
          <ac:cxnSpMkLst>
            <pc:docMk/>
            <pc:sldMk cId="2142808599" sldId="262"/>
            <ac:cxnSpMk id="13" creationId="{8D3B8195-0356-14D7-5C4F-683BD79AB4F5}"/>
          </ac:cxnSpMkLst>
        </pc:cxnChg>
      </pc:sldChg>
      <pc:sldChg chg="addSp delSp modSp add mod">
        <pc:chgData name="#CUI SHUAIWEN#" userId="35a196ea-bcb8-475e-86cf-0b9eaca8a48f" providerId="ADAL" clId="{4D8D382B-DDFF-455F-B5ED-E854E938891F}" dt="2026-01-11T12:35:57.979" v="1791" actId="1076"/>
        <pc:sldMkLst>
          <pc:docMk/>
          <pc:sldMk cId="2216055281" sldId="263"/>
        </pc:sldMkLst>
        <pc:spChg chg="mod">
          <ac:chgData name="#CUI SHUAIWEN#" userId="35a196ea-bcb8-475e-86cf-0b9eaca8a48f" providerId="ADAL" clId="{4D8D382B-DDFF-455F-B5ED-E854E938891F}" dt="2026-01-11T12:07:54.932" v="1339"/>
          <ac:spMkLst>
            <pc:docMk/>
            <pc:sldMk cId="2216055281" sldId="263"/>
            <ac:spMk id="2" creationId="{D298C58D-D52D-FCA7-1B51-1A2CEE03050E}"/>
          </ac:spMkLst>
        </pc:spChg>
        <pc:spChg chg="add del mod">
          <ac:chgData name="#CUI SHUAIWEN#" userId="35a196ea-bcb8-475e-86cf-0b9eaca8a48f" providerId="ADAL" clId="{4D8D382B-DDFF-455F-B5ED-E854E938891F}" dt="2026-01-11T11:55:48.600" v="913" actId="478"/>
          <ac:spMkLst>
            <pc:docMk/>
            <pc:sldMk cId="2216055281" sldId="263"/>
            <ac:spMk id="3" creationId="{8E0C9276-D325-3579-7C60-BDBE2B77C9EE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4" creationId="{0D682912-1266-CB3D-D1C5-7CFC0365F6D0}"/>
          </ac:spMkLst>
        </pc:spChg>
        <pc:spChg chg="add mod">
          <ac:chgData name="#CUI SHUAIWEN#" userId="35a196ea-bcb8-475e-86cf-0b9eaca8a48f" providerId="ADAL" clId="{4D8D382B-DDFF-455F-B5ED-E854E938891F}" dt="2026-01-11T11:57:45.088" v="1080" actId="20577"/>
          <ac:spMkLst>
            <pc:docMk/>
            <pc:sldMk cId="2216055281" sldId="263"/>
            <ac:spMk id="5" creationId="{96129698-AFF7-6063-0385-5F08F3278986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6" creationId="{B409A6BB-15C7-2711-8EA3-C732A7B86497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8" creationId="{CCDA77AA-1E84-FDDC-A227-F13D073059D8}"/>
          </ac:spMkLst>
        </pc:spChg>
        <pc:spChg chg="del">
          <ac:chgData name="#CUI SHUAIWEN#" userId="35a196ea-bcb8-475e-86cf-0b9eaca8a48f" providerId="ADAL" clId="{4D8D382B-DDFF-455F-B5ED-E854E938891F}" dt="2026-01-11T11:51:34.023" v="908" actId="478"/>
          <ac:spMkLst>
            <pc:docMk/>
            <pc:sldMk cId="2216055281" sldId="263"/>
            <ac:spMk id="9" creationId="{E85C1FB3-74B3-DD29-1380-20FC8BD5C204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0" creationId="{A85AB8B3-7F27-1917-4748-CFA43063AC92}"/>
          </ac:spMkLst>
        </pc:spChg>
        <pc:spChg chg="add mod">
          <ac:chgData name="#CUI SHUAIWEN#" userId="35a196ea-bcb8-475e-86cf-0b9eaca8a48f" providerId="ADAL" clId="{4D8D382B-DDFF-455F-B5ED-E854E938891F}" dt="2026-01-11T12:06:07.213" v="1270" actId="1076"/>
          <ac:spMkLst>
            <pc:docMk/>
            <pc:sldMk cId="2216055281" sldId="263"/>
            <ac:spMk id="12" creationId="{097CDA02-88BE-C270-BAB6-8F0F2511D101}"/>
          </ac:spMkLst>
        </pc:spChg>
        <pc:spChg chg="add mod">
          <ac:chgData name="#CUI SHUAIWEN#" userId="35a196ea-bcb8-475e-86cf-0b9eaca8a48f" providerId="ADAL" clId="{4D8D382B-DDFF-455F-B5ED-E854E938891F}" dt="2026-01-11T12:06:07.213" v="1270" actId="1076"/>
          <ac:spMkLst>
            <pc:docMk/>
            <pc:sldMk cId="2216055281" sldId="263"/>
            <ac:spMk id="14" creationId="{4CA0519F-9324-51C3-AC25-E942B388B242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5" creationId="{D851361F-3EB6-2FF4-5AAA-207E2CD9E518}"/>
          </ac:spMkLst>
        </pc:spChg>
        <pc:spChg chg="del">
          <ac:chgData name="#CUI SHUAIWEN#" userId="35a196ea-bcb8-475e-86cf-0b9eaca8a48f" providerId="ADAL" clId="{4D8D382B-DDFF-455F-B5ED-E854E938891F}" dt="2026-01-11T11:51:34.023" v="908" actId="478"/>
          <ac:spMkLst>
            <pc:docMk/>
            <pc:sldMk cId="2216055281" sldId="263"/>
            <ac:spMk id="16" creationId="{D83149C6-E059-5956-A4BC-2B9A1800D93B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7" creationId="{0289C4A4-31BD-03EA-DA9D-B4906EC734C3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18" creationId="{CC2CE772-17BC-417B-FC8A-A3DFFA01E1E1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21" creationId="{94D7280B-EEDA-FBE6-8589-FE47B2373133}"/>
          </ac:spMkLst>
        </pc:spChg>
        <pc:spChg chg="add mod">
          <ac:chgData name="#CUI SHUAIWEN#" userId="35a196ea-bcb8-475e-86cf-0b9eaca8a48f" providerId="ADAL" clId="{4D8D382B-DDFF-455F-B5ED-E854E938891F}" dt="2026-01-11T12:06:11.535" v="1271" actId="1076"/>
          <ac:spMkLst>
            <pc:docMk/>
            <pc:sldMk cId="2216055281" sldId="263"/>
            <ac:spMk id="23" creationId="{D0E0E678-4EA1-1957-2B06-EF0421ECB4AB}"/>
          </ac:spMkLst>
        </pc:spChg>
        <pc:spChg chg="add mod">
          <ac:chgData name="#CUI SHUAIWEN#" userId="35a196ea-bcb8-475e-86cf-0b9eaca8a48f" providerId="ADAL" clId="{4D8D382B-DDFF-455F-B5ED-E854E938891F}" dt="2026-01-11T12:35:57.979" v="1791" actId="1076"/>
          <ac:spMkLst>
            <pc:docMk/>
            <pc:sldMk cId="2216055281" sldId="263"/>
            <ac:spMk id="26" creationId="{DE6E0194-1261-8F79-C6DC-7ACE2C946E38}"/>
          </ac:spMkLst>
        </pc:spChg>
        <pc:spChg chg="add mod">
          <ac:chgData name="#CUI SHUAIWEN#" userId="35a196ea-bcb8-475e-86cf-0b9eaca8a48f" providerId="ADAL" clId="{4D8D382B-DDFF-455F-B5ED-E854E938891F}" dt="2026-01-11T12:08:08.789" v="1342" actId="6549"/>
          <ac:spMkLst>
            <pc:docMk/>
            <pc:sldMk cId="2216055281" sldId="263"/>
            <ac:spMk id="30" creationId="{30E64723-82EB-FC92-F2D9-C4CCA51F16DE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1" creationId="{74AD7EC5-B3A4-2340-7545-672FCE95D75B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2" creationId="{942815E1-7A92-4BE8-A76F-E5B6FFD701B4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3" creationId="{C73DDCA6-2357-8306-C179-227406761CB8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4" creationId="{84F24F8C-EDB6-F58A-4218-DEC6F421FF04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5" creationId="{7C0FABC0-14E8-418A-C146-2D4C2AE8861F}"/>
          </ac:spMkLst>
        </pc:spChg>
        <pc:spChg chg="add mod">
          <ac:chgData name="#CUI SHUAIWEN#" userId="35a196ea-bcb8-475e-86cf-0b9eaca8a48f" providerId="ADAL" clId="{4D8D382B-DDFF-455F-B5ED-E854E938891F}" dt="2026-01-11T12:06:15.244" v="1272" actId="1076"/>
          <ac:spMkLst>
            <pc:docMk/>
            <pc:sldMk cId="2216055281" sldId="263"/>
            <ac:spMk id="36" creationId="{43054CB8-6655-D51D-9EDC-B3D423517AD8}"/>
          </ac:spMkLst>
        </pc:spChg>
        <pc:spChg chg="add mod">
          <ac:chgData name="#CUI SHUAIWEN#" userId="35a196ea-bcb8-475e-86cf-0b9eaca8a48f" providerId="ADAL" clId="{4D8D382B-DDFF-455F-B5ED-E854E938891F}" dt="2026-01-11T12:08:12.592" v="1343" actId="20577"/>
          <ac:spMkLst>
            <pc:docMk/>
            <pc:sldMk cId="2216055281" sldId="263"/>
            <ac:spMk id="39" creationId="{F6B7B7D4-4418-4A3F-19CF-BFD5EE9F3405}"/>
          </ac:spMkLst>
        </pc:spChg>
        <pc:spChg chg="add mod">
          <ac:chgData name="#CUI SHUAIWEN#" userId="35a196ea-bcb8-475e-86cf-0b9eaca8a48f" providerId="ADAL" clId="{4D8D382B-DDFF-455F-B5ED-E854E938891F}" dt="2026-01-11T12:06:48.074" v="1275" actId="1076"/>
          <ac:spMkLst>
            <pc:docMk/>
            <pc:sldMk cId="2216055281" sldId="263"/>
            <ac:spMk id="41" creationId="{30000D34-31AE-7B4D-CF69-3FD8A2530268}"/>
          </ac:spMkLst>
        </pc:spChg>
        <pc:spChg chg="add mod">
          <ac:chgData name="#CUI SHUAIWEN#" userId="35a196ea-bcb8-475e-86cf-0b9eaca8a48f" providerId="ADAL" clId="{4D8D382B-DDFF-455F-B5ED-E854E938891F}" dt="2026-01-11T12:06:46.215" v="1273"/>
          <ac:spMkLst>
            <pc:docMk/>
            <pc:sldMk cId="2216055281" sldId="263"/>
            <ac:spMk id="43" creationId="{D36D7F51-B4CC-0793-36F2-7FDFAAD572FF}"/>
          </ac:spMkLst>
        </pc:spChg>
        <pc:spChg chg="add mod">
          <ac:chgData name="#CUI SHUAIWEN#" userId="35a196ea-bcb8-475e-86cf-0b9eaca8a48f" providerId="ADAL" clId="{4D8D382B-DDFF-455F-B5ED-E854E938891F}" dt="2026-01-11T12:07:07.406" v="1299" actId="20577"/>
          <ac:spMkLst>
            <pc:docMk/>
            <pc:sldMk cId="2216055281" sldId="263"/>
            <ac:spMk id="45" creationId="{2F0F14D1-86DB-929B-31AC-EA7F9DA9864F}"/>
          </ac:spMkLst>
        </pc:spChg>
        <pc:spChg chg="add mod">
          <ac:chgData name="#CUI SHUAIWEN#" userId="35a196ea-bcb8-475e-86cf-0b9eaca8a48f" providerId="ADAL" clId="{4D8D382B-DDFF-455F-B5ED-E854E938891F}" dt="2026-01-11T12:07:31.454" v="1328" actId="1076"/>
          <ac:spMkLst>
            <pc:docMk/>
            <pc:sldMk cId="2216055281" sldId="263"/>
            <ac:spMk id="48" creationId="{BE9F8BD5-F28B-DA75-1198-FF1A72F4F8F5}"/>
          </ac:spMkLst>
        </pc:spChg>
        <pc:spChg chg="add mod">
          <ac:chgData name="#CUI SHUAIWEN#" userId="35a196ea-bcb8-475e-86cf-0b9eaca8a48f" providerId="ADAL" clId="{4D8D382B-DDFF-455F-B5ED-E854E938891F}" dt="2026-01-11T12:35:37.692" v="1779" actId="1076"/>
          <ac:spMkLst>
            <pc:docMk/>
            <pc:sldMk cId="2216055281" sldId="263"/>
            <ac:spMk id="49" creationId="{3337C717-8C49-1702-CB9F-D64618583452}"/>
          </ac:spMkLst>
        </pc:spChg>
        <pc:spChg chg="add mod">
          <ac:chgData name="#CUI SHUAIWEN#" userId="35a196ea-bcb8-475e-86cf-0b9eaca8a48f" providerId="ADAL" clId="{4D8D382B-DDFF-455F-B5ED-E854E938891F}" dt="2026-01-11T12:35:46.188" v="1788" actId="20577"/>
          <ac:spMkLst>
            <pc:docMk/>
            <pc:sldMk cId="2216055281" sldId="263"/>
            <ac:spMk id="50" creationId="{B471B009-65A8-05EE-9FE2-DE1DB5BFEDEC}"/>
          </ac:spMkLst>
        </pc:spChg>
        <pc:picChg chg="del">
          <ac:chgData name="#CUI SHUAIWEN#" userId="35a196ea-bcb8-475e-86cf-0b9eaca8a48f" providerId="ADAL" clId="{4D8D382B-DDFF-455F-B5ED-E854E938891F}" dt="2026-01-11T11:51:35.578" v="909" actId="478"/>
          <ac:picMkLst>
            <pc:docMk/>
            <pc:sldMk cId="2216055281" sldId="263"/>
            <ac:picMk id="7" creationId="{E0CE1B9D-B108-8E24-B66D-B92A483F5562}"/>
          </ac:picMkLst>
        </pc:picChg>
        <pc:picChg chg="del">
          <ac:chgData name="#CUI SHUAIWEN#" userId="35a196ea-bcb8-475e-86cf-0b9eaca8a48f" providerId="ADAL" clId="{4D8D382B-DDFF-455F-B5ED-E854E938891F}" dt="2026-01-11T11:51:34.023" v="908" actId="478"/>
          <ac:picMkLst>
            <pc:docMk/>
            <pc:sldMk cId="2216055281" sldId="263"/>
            <ac:picMk id="11" creationId="{26322732-A8A7-4571-C313-59BA8FB0AEF9}"/>
          </ac:picMkLst>
        </pc:picChg>
        <pc:cxnChg chg="del">
          <ac:chgData name="#CUI SHUAIWEN#" userId="35a196ea-bcb8-475e-86cf-0b9eaca8a48f" providerId="ADAL" clId="{4D8D382B-DDFF-455F-B5ED-E854E938891F}" dt="2026-01-11T11:51:34.023" v="908" actId="478"/>
          <ac:cxnSpMkLst>
            <pc:docMk/>
            <pc:sldMk cId="2216055281" sldId="263"/>
            <ac:cxnSpMk id="13" creationId="{E95D96FD-CF5F-6D05-5A44-1DBBF0E02CEA}"/>
          </ac:cxnSpMkLst>
        </pc:cxnChg>
        <pc:cxnChg chg="add">
          <ac:chgData name="#CUI SHUAIWEN#" userId="35a196ea-bcb8-475e-86cf-0b9eaca8a48f" providerId="ADAL" clId="{4D8D382B-DDFF-455F-B5ED-E854E938891F}" dt="2026-01-11T11:59:45.693" v="1140" actId="11529"/>
          <ac:cxnSpMkLst>
            <pc:docMk/>
            <pc:sldMk cId="2216055281" sldId="263"/>
            <ac:cxnSpMk id="20" creationId="{2BF2C95A-CFDA-F646-9692-26EF98B7102B}"/>
          </ac:cxnSpMkLst>
        </pc:cxnChg>
        <pc:cxnChg chg="add mod">
          <ac:chgData name="#CUI SHUAIWEN#" userId="35a196ea-bcb8-475e-86cf-0b9eaca8a48f" providerId="ADAL" clId="{4D8D382B-DDFF-455F-B5ED-E854E938891F}" dt="2026-01-11T12:01:22.100" v="1171" actId="14100"/>
          <ac:cxnSpMkLst>
            <pc:docMk/>
            <pc:sldMk cId="2216055281" sldId="263"/>
            <ac:cxnSpMk id="22" creationId="{88CC910F-91B5-EE3F-F997-C76B009C3C2C}"/>
          </ac:cxnSpMkLst>
        </pc:cxnChg>
        <pc:cxnChg chg="add mod">
          <ac:chgData name="#CUI SHUAIWEN#" userId="35a196ea-bcb8-475e-86cf-0b9eaca8a48f" providerId="ADAL" clId="{4D8D382B-DDFF-455F-B5ED-E854E938891F}" dt="2026-01-11T12:03:04.247" v="1190" actId="14100"/>
          <ac:cxnSpMkLst>
            <pc:docMk/>
            <pc:sldMk cId="2216055281" sldId="263"/>
            <ac:cxnSpMk id="25" creationId="{B64FC3AF-828C-1B4E-23BA-BDF2A4D32696}"/>
          </ac:cxnSpMkLst>
        </pc:cxnChg>
        <pc:cxnChg chg="add mod">
          <ac:chgData name="#CUI SHUAIWEN#" userId="35a196ea-bcb8-475e-86cf-0b9eaca8a48f" providerId="ADAL" clId="{4D8D382B-DDFF-455F-B5ED-E854E938891F}" dt="2026-01-11T12:03:36.907" v="1196" actId="1076"/>
          <ac:cxnSpMkLst>
            <pc:docMk/>
            <pc:sldMk cId="2216055281" sldId="263"/>
            <ac:cxnSpMk id="28" creationId="{099A5566-0976-43A7-CFC0-E80DAF695FA2}"/>
          </ac:cxnSpMkLst>
        </pc:cxnChg>
        <pc:cxnChg chg="add mod">
          <ac:chgData name="#CUI SHUAIWEN#" userId="35a196ea-bcb8-475e-86cf-0b9eaca8a48f" providerId="ADAL" clId="{4D8D382B-DDFF-455F-B5ED-E854E938891F}" dt="2026-01-11T12:04:23.940" v="1233"/>
          <ac:cxnSpMkLst>
            <pc:docMk/>
            <pc:sldMk cId="2216055281" sldId="263"/>
            <ac:cxnSpMk id="37" creationId="{212867A8-7A47-59A1-97D9-6849F4E0D6CF}"/>
          </ac:cxnSpMkLst>
        </pc:cxnChg>
        <pc:cxnChg chg="add mod">
          <ac:chgData name="#CUI SHUAIWEN#" userId="35a196ea-bcb8-475e-86cf-0b9eaca8a48f" providerId="ADAL" clId="{4D8D382B-DDFF-455F-B5ED-E854E938891F}" dt="2026-01-11T12:06:15.244" v="1272" actId="1076"/>
          <ac:cxnSpMkLst>
            <pc:docMk/>
            <pc:sldMk cId="2216055281" sldId="263"/>
            <ac:cxnSpMk id="38" creationId="{6D374075-C58C-0B0B-7307-DE7E14FAA57E}"/>
          </ac:cxnSpMkLst>
        </pc:cxnChg>
        <pc:cxnChg chg="add mod">
          <ac:chgData name="#CUI SHUAIWEN#" userId="35a196ea-bcb8-475e-86cf-0b9eaca8a48f" providerId="ADAL" clId="{4D8D382B-DDFF-455F-B5ED-E854E938891F}" dt="2026-01-11T12:06:00.309" v="1267" actId="1076"/>
          <ac:cxnSpMkLst>
            <pc:docMk/>
            <pc:sldMk cId="2216055281" sldId="263"/>
            <ac:cxnSpMk id="40" creationId="{D94D0F52-3694-FA34-9A82-8D13D52E9CFD}"/>
          </ac:cxnSpMkLst>
        </pc:cxnChg>
        <pc:cxnChg chg="add mod">
          <ac:chgData name="#CUI SHUAIWEN#" userId="35a196ea-bcb8-475e-86cf-0b9eaca8a48f" providerId="ADAL" clId="{4D8D382B-DDFF-455F-B5ED-E854E938891F}" dt="2026-01-11T12:06:46.215" v="1273"/>
          <ac:cxnSpMkLst>
            <pc:docMk/>
            <pc:sldMk cId="2216055281" sldId="263"/>
            <ac:cxnSpMk id="42" creationId="{BE373BAD-6334-6F3B-218D-81E547FDD641}"/>
          </ac:cxnSpMkLst>
        </pc:cxnChg>
        <pc:cxnChg chg="add mod">
          <ac:chgData name="#CUI SHUAIWEN#" userId="35a196ea-bcb8-475e-86cf-0b9eaca8a48f" providerId="ADAL" clId="{4D8D382B-DDFF-455F-B5ED-E854E938891F}" dt="2026-01-11T12:06:56.861" v="1278" actId="14100"/>
          <ac:cxnSpMkLst>
            <pc:docMk/>
            <pc:sldMk cId="2216055281" sldId="263"/>
            <ac:cxnSpMk id="44" creationId="{BFB63B33-CBC8-4807-26F1-AB92BA700035}"/>
          </ac:cxnSpMkLst>
        </pc:cxnChg>
        <pc:cxnChg chg="add mod">
          <ac:chgData name="#CUI SHUAIWEN#" userId="35a196ea-bcb8-475e-86cf-0b9eaca8a48f" providerId="ADAL" clId="{4D8D382B-DDFF-455F-B5ED-E854E938891F}" dt="2026-01-11T12:07:16.146" v="1301" actId="1076"/>
          <ac:cxnSpMkLst>
            <pc:docMk/>
            <pc:sldMk cId="2216055281" sldId="263"/>
            <ac:cxnSpMk id="47" creationId="{CFE46888-CDA3-E3C8-C436-D8CF763D7B1D}"/>
          </ac:cxnSpMkLst>
        </pc:cxnChg>
      </pc:sldChg>
      <pc:sldChg chg="addSp delSp modSp add mod">
        <pc:chgData name="#CUI SHUAIWEN#" userId="35a196ea-bcb8-475e-86cf-0b9eaca8a48f" providerId="ADAL" clId="{4D8D382B-DDFF-455F-B5ED-E854E938891F}" dt="2026-01-11T12:21:19.226" v="1617" actId="20577"/>
        <pc:sldMkLst>
          <pc:docMk/>
          <pc:sldMk cId="1603133614" sldId="264"/>
        </pc:sldMkLst>
        <pc:spChg chg="mod">
          <ac:chgData name="#CUI SHUAIWEN#" userId="35a196ea-bcb8-475e-86cf-0b9eaca8a48f" providerId="ADAL" clId="{4D8D382B-DDFF-455F-B5ED-E854E938891F}" dt="2026-01-11T12:21:19.226" v="1617" actId="20577"/>
          <ac:spMkLst>
            <pc:docMk/>
            <pc:sldMk cId="1603133614" sldId="264"/>
            <ac:spMk id="2" creationId="{D617F0A9-7FFF-02E0-7FA6-662870811C6B}"/>
          </ac:spMkLst>
        </pc:spChg>
        <pc:spChg chg="add mod">
          <ac:chgData name="#CUI SHUAIWEN#" userId="35a196ea-bcb8-475e-86cf-0b9eaca8a48f" providerId="ADAL" clId="{4D8D382B-DDFF-455F-B5ED-E854E938891F}" dt="2026-01-11T12:21:00.061" v="1614" actId="1076"/>
          <ac:spMkLst>
            <pc:docMk/>
            <pc:sldMk cId="1603133614" sldId="264"/>
            <ac:spMk id="3" creationId="{1DCF0549-D58C-9CF7-60DA-343620C96D5B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4" creationId="{A4C30A41-D5E3-99AE-2B4E-C51D9679526E}"/>
          </ac:spMkLst>
        </pc:spChg>
        <pc:spChg chg="mod">
          <ac:chgData name="#CUI SHUAIWEN#" userId="35a196ea-bcb8-475e-86cf-0b9eaca8a48f" providerId="ADAL" clId="{4D8D382B-DDFF-455F-B5ED-E854E938891F}" dt="2026-01-11T12:15:47.537" v="1589" actId="12789"/>
          <ac:spMkLst>
            <pc:docMk/>
            <pc:sldMk cId="1603133614" sldId="264"/>
            <ac:spMk id="5" creationId="{7322E727-EA92-8FAE-F0DA-0CE4C43F2FCE}"/>
          </ac:spMkLst>
        </pc:spChg>
        <pc:spChg chg="mod">
          <ac:chgData name="#CUI SHUAIWEN#" userId="35a196ea-bcb8-475e-86cf-0b9eaca8a48f" providerId="ADAL" clId="{4D8D382B-DDFF-455F-B5ED-E854E938891F}" dt="2026-01-11T12:21:04.840" v="1616" actId="1076"/>
          <ac:spMkLst>
            <pc:docMk/>
            <pc:sldMk cId="1603133614" sldId="264"/>
            <ac:spMk id="6" creationId="{D1BF15B4-7A6F-CCC8-AFCF-C9A0A5636158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8" creationId="{6A120CAD-C354-491B-ACF6-8EDF72EBAD24}"/>
          </ac:spMkLst>
        </pc:spChg>
        <pc:spChg chg="add del mod">
          <ac:chgData name="#CUI SHUAIWEN#" userId="35a196ea-bcb8-475e-86cf-0b9eaca8a48f" providerId="ADAL" clId="{4D8D382B-DDFF-455F-B5ED-E854E938891F}" dt="2026-01-11T12:14:59.245" v="1549" actId="478"/>
          <ac:spMkLst>
            <pc:docMk/>
            <pc:sldMk cId="1603133614" sldId="264"/>
            <ac:spMk id="9" creationId="{6DC58D74-1D3E-FF1C-CBBD-DC9F081CAAF4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0" creationId="{06A06C00-68A1-6192-689A-3BFA81053CD1}"/>
          </ac:spMkLst>
        </pc:spChg>
        <pc:spChg chg="add mod">
          <ac:chgData name="#CUI SHUAIWEN#" userId="35a196ea-bcb8-475e-86cf-0b9eaca8a48f" providerId="ADAL" clId="{4D8D382B-DDFF-455F-B5ED-E854E938891F}" dt="2026-01-11T12:21:02.555" v="1615" actId="1076"/>
          <ac:spMkLst>
            <pc:docMk/>
            <pc:sldMk cId="1603133614" sldId="264"/>
            <ac:spMk id="11" creationId="{F65F0B97-1A30-8F97-F2A2-E6C3DA28C834}"/>
          </ac:spMkLst>
        </pc:spChg>
        <pc:spChg chg="add del mod">
          <ac:chgData name="#CUI SHUAIWEN#" userId="35a196ea-bcb8-475e-86cf-0b9eaca8a48f" providerId="ADAL" clId="{4D8D382B-DDFF-455F-B5ED-E854E938891F}" dt="2026-01-11T12:20:22.141" v="1597" actId="478"/>
          <ac:spMkLst>
            <pc:docMk/>
            <pc:sldMk cId="1603133614" sldId="264"/>
            <ac:spMk id="13" creationId="{BCE1DA38-6B4C-B292-59FF-7BDEFE6C940F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4" creationId="{F6F4BC94-748A-C68E-A5ED-A372CF34E46B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5" creationId="{0B1913A7-5F88-56C0-31A2-83988481E17C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7" creationId="{A7368FBC-6215-B933-E905-B1F60030C152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18" creationId="{5C44C2A6-3802-175A-575B-6EACB76FBE30}"/>
          </ac:spMkLst>
        </pc:spChg>
        <pc:spChg chg="add del mod">
          <ac:chgData name="#CUI SHUAIWEN#" userId="35a196ea-bcb8-475e-86cf-0b9eaca8a48f" providerId="ADAL" clId="{4D8D382B-DDFF-455F-B5ED-E854E938891F}" dt="2026-01-11T12:20:23.235" v="1598" actId="478"/>
          <ac:spMkLst>
            <pc:docMk/>
            <pc:sldMk cId="1603133614" sldId="264"/>
            <ac:spMk id="19" creationId="{423B061E-48E8-8D51-2742-E36E13D6BB75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1" creationId="{98B84078-ED95-787F-7EF4-9896DA140585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3" creationId="{8A1A3C9F-48B0-8162-8314-24DAAF0C6C58}"/>
          </ac:spMkLst>
        </pc:spChg>
        <pc:spChg chg="del">
          <ac:chgData name="#CUI SHUAIWEN#" userId="35a196ea-bcb8-475e-86cf-0b9eaca8a48f" providerId="ADAL" clId="{4D8D382B-DDFF-455F-B5ED-E854E938891F}" dt="2026-01-11T12:08:56.620" v="1389" actId="478"/>
          <ac:spMkLst>
            <pc:docMk/>
            <pc:sldMk cId="1603133614" sldId="264"/>
            <ac:spMk id="26" creationId="{0715114F-AF1B-3498-18F3-48D86D0B40F5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1" creationId="{9CF457CA-4D9D-BD0B-B908-FA4E4B96759F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2" creationId="{3895A08D-E8F8-237A-974C-E081948707D1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3" creationId="{54C7607F-B87C-1007-C7E2-2A8FF69E016D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4" creationId="{ABFB36C5-E77E-7218-82B3-B0ABBB0E2320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5" creationId="{6F70B442-A00C-CD82-1D09-A346C7C3A1E4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6" creationId="{65C88295-48CF-DFCD-D9E0-9975443990F8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39" creationId="{C821A86D-F383-8A15-BB6C-8886642DD501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1" creationId="{7CF5574A-6FAB-6DE0-D212-2450E554C38E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5" creationId="{30B426DC-3D7E-C882-589C-A12860DF253F}"/>
          </ac:spMkLst>
        </pc:spChg>
        <pc:spChg chg="del">
          <ac:chgData name="#CUI SHUAIWEN#" userId="35a196ea-bcb8-475e-86cf-0b9eaca8a48f" providerId="ADAL" clId="{4D8D382B-DDFF-455F-B5ED-E854E938891F}" dt="2026-01-11T12:08:59.435" v="1390" actId="478"/>
          <ac:spMkLst>
            <pc:docMk/>
            <pc:sldMk cId="1603133614" sldId="264"/>
            <ac:spMk id="48" creationId="{B23BDD27-3BDA-52C3-421F-61636C81B551}"/>
          </ac:spMkLst>
        </pc:spChg>
      </pc:sldChg>
      <pc:sldChg chg="addSp delSp modSp add mod">
        <pc:chgData name="#CUI SHUAIWEN#" userId="35a196ea-bcb8-475e-86cf-0b9eaca8a48f" providerId="ADAL" clId="{4D8D382B-DDFF-455F-B5ED-E854E938891F}" dt="2026-01-11T12:38:22.174" v="1800" actId="20577"/>
        <pc:sldMkLst>
          <pc:docMk/>
          <pc:sldMk cId="804498606" sldId="265"/>
        </pc:sldMkLst>
        <pc:spChg chg="mod">
          <ac:chgData name="#CUI SHUAIWEN#" userId="35a196ea-bcb8-475e-86cf-0b9eaca8a48f" providerId="ADAL" clId="{4D8D382B-DDFF-455F-B5ED-E854E938891F}" dt="2026-01-11T12:21:39.110" v="1646" actId="6549"/>
          <ac:spMkLst>
            <pc:docMk/>
            <pc:sldMk cId="804498606" sldId="265"/>
            <ac:spMk id="2" creationId="{257294C3-E8C8-DA1E-7FFB-D31A133B621C}"/>
          </ac:spMkLst>
        </pc:spChg>
        <pc:spChg chg="del">
          <ac:chgData name="#CUI SHUAIWEN#" userId="35a196ea-bcb8-475e-86cf-0b9eaca8a48f" providerId="ADAL" clId="{4D8D382B-DDFF-455F-B5ED-E854E938891F}" dt="2026-01-11T12:21:27.027" v="1621" actId="478"/>
          <ac:spMkLst>
            <pc:docMk/>
            <pc:sldMk cId="804498606" sldId="265"/>
            <ac:spMk id="3" creationId="{5FA44A6B-46C2-337C-94ED-43044D66DA89}"/>
          </ac:spMkLst>
        </pc:spChg>
        <pc:spChg chg="add mod">
          <ac:chgData name="#CUI SHUAIWEN#" userId="35a196ea-bcb8-475e-86cf-0b9eaca8a48f" providerId="ADAL" clId="{4D8D382B-DDFF-455F-B5ED-E854E938891F}" dt="2026-01-11T12:26:36.879" v="1729" actId="1076"/>
          <ac:spMkLst>
            <pc:docMk/>
            <pc:sldMk cId="804498606" sldId="265"/>
            <ac:spMk id="4" creationId="{423A032F-9729-9C5C-9664-27AF56C6D6A8}"/>
          </ac:spMkLst>
        </pc:spChg>
        <pc:spChg chg="del">
          <ac:chgData name="#CUI SHUAIWEN#" userId="35a196ea-bcb8-475e-86cf-0b9eaca8a48f" providerId="ADAL" clId="{4D8D382B-DDFF-455F-B5ED-E854E938891F}" dt="2026-01-11T12:21:25.658" v="1620" actId="478"/>
          <ac:spMkLst>
            <pc:docMk/>
            <pc:sldMk cId="804498606" sldId="265"/>
            <ac:spMk id="5" creationId="{460A20EA-A9F7-20C9-8148-AFA16857C77D}"/>
          </ac:spMkLst>
        </pc:spChg>
        <pc:spChg chg="del">
          <ac:chgData name="#CUI SHUAIWEN#" userId="35a196ea-bcb8-475e-86cf-0b9eaca8a48f" providerId="ADAL" clId="{4D8D382B-DDFF-455F-B5ED-E854E938891F}" dt="2026-01-11T12:21:24.915" v="1619" actId="478"/>
          <ac:spMkLst>
            <pc:docMk/>
            <pc:sldMk cId="804498606" sldId="265"/>
            <ac:spMk id="6" creationId="{5275AEB8-8F53-A94E-78E4-7E591021271D}"/>
          </ac:spMkLst>
        </pc:spChg>
        <pc:spChg chg="add mod">
          <ac:chgData name="#CUI SHUAIWEN#" userId="35a196ea-bcb8-475e-86cf-0b9eaca8a48f" providerId="ADAL" clId="{4D8D382B-DDFF-455F-B5ED-E854E938891F}" dt="2026-01-11T12:29:43.865" v="1749" actId="1076"/>
          <ac:spMkLst>
            <pc:docMk/>
            <pc:sldMk cId="804498606" sldId="265"/>
            <ac:spMk id="7" creationId="{415DC5F0-6A1F-CB63-CD21-8C09435DDEC7}"/>
          </ac:spMkLst>
        </pc:spChg>
        <pc:spChg chg="add del mod">
          <ac:chgData name="#CUI SHUAIWEN#" userId="35a196ea-bcb8-475e-86cf-0b9eaca8a48f" providerId="ADAL" clId="{4D8D382B-DDFF-455F-B5ED-E854E938891F}" dt="2026-01-11T12:26:54.741" v="1739"/>
          <ac:spMkLst>
            <pc:docMk/>
            <pc:sldMk cId="804498606" sldId="265"/>
            <ac:spMk id="8" creationId="{F9396DC9-199F-9943-3D45-C25196F213BC}"/>
          </ac:spMkLst>
        </pc:spChg>
        <pc:spChg chg="add mod">
          <ac:chgData name="#CUI SHUAIWEN#" userId="35a196ea-bcb8-475e-86cf-0b9eaca8a48f" providerId="ADAL" clId="{4D8D382B-DDFF-455F-B5ED-E854E938891F}" dt="2026-01-11T12:38:22.174" v="1800" actId="20577"/>
          <ac:spMkLst>
            <pc:docMk/>
            <pc:sldMk cId="804498606" sldId="265"/>
            <ac:spMk id="9" creationId="{54C6DE7A-95ED-90BD-BF68-BB1D14C33089}"/>
          </ac:spMkLst>
        </pc:spChg>
        <pc:spChg chg="add mod">
          <ac:chgData name="#CUI SHUAIWEN#" userId="35a196ea-bcb8-475e-86cf-0b9eaca8a48f" providerId="ADAL" clId="{4D8D382B-DDFF-455F-B5ED-E854E938891F}" dt="2026-01-11T12:30:40.648" v="1757" actId="1076"/>
          <ac:spMkLst>
            <pc:docMk/>
            <pc:sldMk cId="804498606" sldId="265"/>
            <ac:spMk id="10" creationId="{775954C7-6766-0D72-F413-5FE5E1BB8212}"/>
          </ac:spMkLst>
        </pc:spChg>
        <pc:spChg chg="del">
          <ac:chgData name="#CUI SHUAIWEN#" userId="35a196ea-bcb8-475e-86cf-0b9eaca8a48f" providerId="ADAL" clId="{4D8D382B-DDFF-455F-B5ED-E854E938891F}" dt="2026-01-11T12:21:23.973" v="1618" actId="478"/>
          <ac:spMkLst>
            <pc:docMk/>
            <pc:sldMk cId="804498606" sldId="265"/>
            <ac:spMk id="11" creationId="{68262F10-B4DF-C1BB-3F2D-8269D9165B33}"/>
          </ac:spMkLst>
        </pc:spChg>
        <pc:spChg chg="del">
          <ac:chgData name="#CUI SHUAIWEN#" userId="35a196ea-bcb8-475e-86cf-0b9eaca8a48f" providerId="ADAL" clId="{4D8D382B-DDFF-455F-B5ED-E854E938891F}" dt="2026-01-11T12:21:42.578" v="1647" actId="478"/>
          <ac:spMkLst>
            <pc:docMk/>
            <pc:sldMk cId="804498606" sldId="265"/>
            <ac:spMk id="13" creationId="{F00948CD-EBD9-8574-BED7-015F09A7E981}"/>
          </ac:spMkLst>
        </pc:spChg>
        <pc:spChg chg="del mod">
          <ac:chgData name="#CUI SHUAIWEN#" userId="35a196ea-bcb8-475e-86cf-0b9eaca8a48f" providerId="ADAL" clId="{4D8D382B-DDFF-455F-B5ED-E854E938891F}" dt="2026-01-11T12:27:04.318" v="1740" actId="478"/>
          <ac:spMkLst>
            <pc:docMk/>
            <pc:sldMk cId="804498606" sldId="265"/>
            <ac:spMk id="19" creationId="{99FBE048-2D38-6E1D-AAEB-138C786AB348}"/>
          </ac:spMkLst>
        </pc:spChg>
      </pc:sldChg>
      <pc:sldChg chg="del">
        <pc:chgData name="#CUI SHUAIWEN#" userId="35a196ea-bcb8-475e-86cf-0b9eaca8a48f" providerId="ADAL" clId="{4D8D382B-DDFF-455F-B5ED-E854E938891F}" dt="2026-01-11T10:39:54.093" v="354" actId="47"/>
        <pc:sldMkLst>
          <pc:docMk/>
          <pc:sldMk cId="3492187387" sldId="265"/>
        </pc:sldMkLst>
      </pc:sldChg>
      <pc:sldChg chg="del">
        <pc:chgData name="#CUI SHUAIWEN#" userId="35a196ea-bcb8-475e-86cf-0b9eaca8a48f" providerId="ADAL" clId="{4D8D382B-DDFF-455F-B5ED-E854E938891F}" dt="2026-01-11T10:39:35.869" v="308" actId="47"/>
        <pc:sldMkLst>
          <pc:docMk/>
          <pc:sldMk cId="741047462" sldId="266"/>
        </pc:sldMkLst>
      </pc:sldChg>
      <pc:sldChg chg="addSp delSp modSp add del mod">
        <pc:chgData name="#CUI SHUAIWEN#" userId="35a196ea-bcb8-475e-86cf-0b9eaca8a48f" providerId="ADAL" clId="{4D8D382B-DDFF-455F-B5ED-E854E938891F}" dt="2026-01-11T12:52:53.366" v="2666" actId="47"/>
        <pc:sldMkLst>
          <pc:docMk/>
          <pc:sldMk cId="3819052070" sldId="266"/>
        </pc:sldMkLst>
        <pc:spChg chg="del">
          <ac:chgData name="#CUI SHUAIWEN#" userId="35a196ea-bcb8-475e-86cf-0b9eaca8a48f" providerId="ADAL" clId="{4D8D382B-DDFF-455F-B5ED-E854E938891F}" dt="2026-01-11T12:38:44.755" v="1802" actId="478"/>
          <ac:spMkLst>
            <pc:docMk/>
            <pc:sldMk cId="3819052070" sldId="266"/>
            <ac:spMk id="2" creationId="{1F9E69B4-EC94-4CC3-9D11-9C9373CA957C}"/>
          </ac:spMkLst>
        </pc:spChg>
        <pc:spChg chg="add del mod">
          <ac:chgData name="#CUI SHUAIWEN#" userId="35a196ea-bcb8-475e-86cf-0b9eaca8a48f" providerId="ADAL" clId="{4D8D382B-DDFF-455F-B5ED-E854E938891F}" dt="2026-01-11T12:49:43.356" v="2533" actId="478"/>
          <ac:spMkLst>
            <pc:docMk/>
            <pc:sldMk cId="3819052070" sldId="266"/>
            <ac:spMk id="3" creationId="{9271030A-20FB-C210-3326-40014E8B6F2E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4" creationId="{53E5BE80-68DD-5E6F-885C-79BE4BC02BC9}"/>
          </ac:spMkLst>
        </pc:spChg>
        <pc:spChg chg="add del mod">
          <ac:chgData name="#CUI SHUAIWEN#" userId="35a196ea-bcb8-475e-86cf-0b9eaca8a48f" providerId="ADAL" clId="{4D8D382B-DDFF-455F-B5ED-E854E938891F}" dt="2026-01-11T12:52:02.276" v="2649" actId="478"/>
          <ac:spMkLst>
            <pc:docMk/>
            <pc:sldMk cId="3819052070" sldId="266"/>
            <ac:spMk id="5" creationId="{E2A5DD33-DF65-D5DE-CF1A-D01A5E31C911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7" creationId="{C40C78A9-5D6C-796F-DF59-29D161AACAB0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9" creationId="{204D3C72-F09F-7CB9-8126-B9060B345A31}"/>
          </ac:spMkLst>
        </pc:spChg>
        <pc:spChg chg="del">
          <ac:chgData name="#CUI SHUAIWEN#" userId="35a196ea-bcb8-475e-86cf-0b9eaca8a48f" providerId="ADAL" clId="{4D8D382B-DDFF-455F-B5ED-E854E938891F}" dt="2026-01-11T12:43:46.244" v="2126" actId="478"/>
          <ac:spMkLst>
            <pc:docMk/>
            <pc:sldMk cId="3819052070" sldId="266"/>
            <ac:spMk id="10" creationId="{A336BF49-E7B6-B192-E8CF-39A16F6945F9}"/>
          </ac:spMkLst>
        </pc:spChg>
      </pc:sldChg>
      <pc:sldChg chg="delSp modSp add mod">
        <pc:chgData name="#CUI SHUAIWEN#" userId="35a196ea-bcb8-475e-86cf-0b9eaca8a48f" providerId="ADAL" clId="{4D8D382B-DDFF-455F-B5ED-E854E938891F}" dt="2026-01-11T12:57:33.453" v="2874" actId="1076"/>
        <pc:sldMkLst>
          <pc:docMk/>
          <pc:sldMk cId="1483530237" sldId="267"/>
        </pc:sldMkLst>
        <pc:spChg chg="mod">
          <ac:chgData name="#CUI SHUAIWEN#" userId="35a196ea-bcb8-475e-86cf-0b9eaca8a48f" providerId="ADAL" clId="{4D8D382B-DDFF-455F-B5ED-E854E938891F}" dt="2026-01-11T12:39:27.982" v="1809" actId="20577"/>
          <ac:spMkLst>
            <pc:docMk/>
            <pc:sldMk cId="1483530237" sldId="267"/>
            <ac:spMk id="2" creationId="{C0D6BAA4-A993-EC4A-5510-883C8B6D107A}"/>
          </ac:spMkLst>
        </pc:spChg>
        <pc:spChg chg="mod">
          <ac:chgData name="#CUI SHUAIWEN#" userId="35a196ea-bcb8-475e-86cf-0b9eaca8a48f" providerId="ADAL" clId="{4D8D382B-DDFF-455F-B5ED-E854E938891F}" dt="2026-01-11T12:57:33.453" v="2874" actId="1076"/>
          <ac:spMkLst>
            <pc:docMk/>
            <pc:sldMk cId="1483530237" sldId="267"/>
            <ac:spMk id="4" creationId="{BE98F456-9886-C70E-F954-95B8BBB137DA}"/>
          </ac:spMkLst>
        </pc:spChg>
        <pc:spChg chg="del">
          <ac:chgData name="#CUI SHUAIWEN#" userId="35a196ea-bcb8-475e-86cf-0b9eaca8a48f" providerId="ADAL" clId="{4D8D382B-DDFF-455F-B5ED-E854E938891F}" dt="2026-01-11T12:39:58.627" v="1812" actId="478"/>
          <ac:spMkLst>
            <pc:docMk/>
            <pc:sldMk cId="1483530237" sldId="267"/>
            <ac:spMk id="7" creationId="{6D2C3332-7088-D2F7-4842-8976C8C2A0BA}"/>
          </ac:spMkLst>
        </pc:spChg>
        <pc:spChg chg="del">
          <ac:chgData name="#CUI SHUAIWEN#" userId="35a196ea-bcb8-475e-86cf-0b9eaca8a48f" providerId="ADAL" clId="{4D8D382B-DDFF-455F-B5ED-E854E938891F}" dt="2026-01-11T12:40:04.344" v="1813" actId="478"/>
          <ac:spMkLst>
            <pc:docMk/>
            <pc:sldMk cId="1483530237" sldId="267"/>
            <ac:spMk id="9" creationId="{B74498DF-1463-207C-A08B-CF826B0050FB}"/>
          </ac:spMkLst>
        </pc:spChg>
        <pc:spChg chg="del">
          <ac:chgData name="#CUI SHUAIWEN#" userId="35a196ea-bcb8-475e-86cf-0b9eaca8a48f" providerId="ADAL" clId="{4D8D382B-DDFF-455F-B5ED-E854E938891F}" dt="2026-01-11T12:39:57.122" v="1811" actId="478"/>
          <ac:spMkLst>
            <pc:docMk/>
            <pc:sldMk cId="1483530237" sldId="267"/>
            <ac:spMk id="10" creationId="{9F918324-B9FC-2656-D829-540E242F8978}"/>
          </ac:spMkLst>
        </pc:spChg>
      </pc:sldChg>
      <pc:sldChg chg="del">
        <pc:chgData name="#CUI SHUAIWEN#" userId="35a196ea-bcb8-475e-86cf-0b9eaca8a48f" providerId="ADAL" clId="{4D8D382B-DDFF-455F-B5ED-E854E938891F}" dt="2026-01-11T10:39:35.901" v="309" actId="47"/>
        <pc:sldMkLst>
          <pc:docMk/>
          <pc:sldMk cId="2663889688" sldId="267"/>
        </pc:sldMkLst>
      </pc:sldChg>
      <pc:sldChg chg="addSp delSp modSp new mod">
        <pc:chgData name="#CUI SHUAIWEN#" userId="35a196ea-bcb8-475e-86cf-0b9eaca8a48f" providerId="ADAL" clId="{4D8D382B-DDFF-455F-B5ED-E854E938891F}" dt="2026-01-11T13:04:23.256" v="3004" actId="20577"/>
        <pc:sldMkLst>
          <pc:docMk/>
          <pc:sldMk cId="1443235456" sldId="268"/>
        </pc:sldMkLst>
        <pc:spChg chg="del">
          <ac:chgData name="#CUI SHUAIWEN#" userId="35a196ea-bcb8-475e-86cf-0b9eaca8a48f" providerId="ADAL" clId="{4D8D382B-DDFF-455F-B5ED-E854E938891F}" dt="2026-01-11T12:43:53.379" v="2127" actId="478"/>
          <ac:spMkLst>
            <pc:docMk/>
            <pc:sldMk cId="1443235456" sldId="268"/>
            <ac:spMk id="2" creationId="{F9FDFF5E-E9D6-2A46-5334-EC590DA80866}"/>
          </ac:spMkLst>
        </pc:spChg>
        <pc:spChg chg="del">
          <ac:chgData name="#CUI SHUAIWEN#" userId="35a196ea-bcb8-475e-86cf-0b9eaca8a48f" providerId="ADAL" clId="{4D8D382B-DDFF-455F-B5ED-E854E938891F}" dt="2026-01-11T12:43:53.379" v="2127" actId="478"/>
          <ac:spMkLst>
            <pc:docMk/>
            <pc:sldMk cId="1443235456" sldId="268"/>
            <ac:spMk id="3" creationId="{C91BE4F7-C505-A0BF-5F39-E9B2C413C02E}"/>
          </ac:spMkLst>
        </pc:spChg>
        <pc:spChg chg="add mod">
          <ac:chgData name="#CUI SHUAIWEN#" userId="35a196ea-bcb8-475e-86cf-0b9eaca8a48f" providerId="ADAL" clId="{4D8D382B-DDFF-455F-B5ED-E854E938891F}" dt="2026-01-11T13:02:14.459" v="2971" actId="1076"/>
          <ac:spMkLst>
            <pc:docMk/>
            <pc:sldMk cId="1443235456" sldId="268"/>
            <ac:spMk id="4" creationId="{ED64E8B1-94F8-70CF-D7E3-4E26EF9E519C}"/>
          </ac:spMkLst>
        </pc:spChg>
        <pc:spChg chg="add mod">
          <ac:chgData name="#CUI SHUAIWEN#" userId="35a196ea-bcb8-475e-86cf-0b9eaca8a48f" providerId="ADAL" clId="{4D8D382B-DDFF-455F-B5ED-E854E938891F}" dt="2026-01-11T13:04:23.256" v="3004" actId="20577"/>
          <ac:spMkLst>
            <pc:docMk/>
            <pc:sldMk cId="1443235456" sldId="268"/>
            <ac:spMk id="5" creationId="{F68ED2E1-E530-EBB8-CDA8-CDB621AAC57F}"/>
          </ac:spMkLst>
        </pc:spChg>
      </pc:sldChg>
      <pc:sldChg chg="del">
        <pc:chgData name="#CUI SHUAIWEN#" userId="35a196ea-bcb8-475e-86cf-0b9eaca8a48f" providerId="ADAL" clId="{4D8D382B-DDFF-455F-B5ED-E854E938891F}" dt="2026-01-11T10:39:35.935" v="310" actId="47"/>
        <pc:sldMkLst>
          <pc:docMk/>
          <pc:sldMk cId="1444261047" sldId="268"/>
        </pc:sldMkLst>
      </pc:sldChg>
      <pc:sldChg chg="addSp delSp modSp add mod">
        <pc:chgData name="#CUI SHUAIWEN#" userId="35a196ea-bcb8-475e-86cf-0b9eaca8a48f" providerId="ADAL" clId="{4D8D382B-DDFF-455F-B5ED-E854E938891F}" dt="2026-01-11T13:05:18.850" v="3047" actId="20577"/>
        <pc:sldMkLst>
          <pc:docMk/>
          <pc:sldMk cId="987049720" sldId="269"/>
        </pc:sldMkLst>
        <pc:spChg chg="add mod">
          <ac:chgData name="#CUI SHUAIWEN#" userId="35a196ea-bcb8-475e-86cf-0b9eaca8a48f" providerId="ADAL" clId="{4D8D382B-DDFF-455F-B5ED-E854E938891F}" dt="2026-01-11T13:05:18.850" v="3047" actId="20577"/>
          <ac:spMkLst>
            <pc:docMk/>
            <pc:sldMk cId="987049720" sldId="269"/>
            <ac:spMk id="2" creationId="{0F7CF7B7-7CE4-AE82-E71E-3279B130976D}"/>
          </ac:spMkLst>
        </pc:spChg>
        <pc:spChg chg="del">
          <ac:chgData name="#CUI SHUAIWEN#" userId="35a196ea-bcb8-475e-86cf-0b9eaca8a48f" providerId="ADAL" clId="{4D8D382B-DDFF-455F-B5ED-E854E938891F}" dt="2026-01-11T13:04:59.235" v="3007" actId="478"/>
          <ac:spMkLst>
            <pc:docMk/>
            <pc:sldMk cId="987049720" sldId="269"/>
            <ac:spMk id="4" creationId="{A7312DF1-DB15-76D1-E76F-54C6DFDACBB5}"/>
          </ac:spMkLst>
        </pc:spChg>
        <pc:picChg chg="del">
          <ac:chgData name="#CUI SHUAIWEN#" userId="35a196ea-bcb8-475e-86cf-0b9eaca8a48f" providerId="ADAL" clId="{4D8D382B-DDFF-455F-B5ED-E854E938891F}" dt="2026-01-11T13:04:56.018" v="3006" actId="478"/>
          <ac:picMkLst>
            <pc:docMk/>
            <pc:sldMk cId="987049720" sldId="269"/>
            <ac:picMk id="7" creationId="{0AF7F578-F142-260E-C63B-F539629F806A}"/>
          </ac:picMkLst>
        </pc:picChg>
        <pc:cxnChg chg="del">
          <ac:chgData name="#CUI SHUAIWEN#" userId="35a196ea-bcb8-475e-86cf-0b9eaca8a48f" providerId="ADAL" clId="{4D8D382B-DDFF-455F-B5ED-E854E938891F}" dt="2026-01-11T13:04:56.018" v="3006" actId="478"/>
          <ac:cxnSpMkLst>
            <pc:docMk/>
            <pc:sldMk cId="987049720" sldId="269"/>
            <ac:cxnSpMk id="9" creationId="{96DFCD24-6BD9-F33B-6B12-2D15EAB9C3E1}"/>
          </ac:cxnSpMkLst>
        </pc:cxnChg>
        <pc:cxnChg chg="del">
          <ac:chgData name="#CUI SHUAIWEN#" userId="35a196ea-bcb8-475e-86cf-0b9eaca8a48f" providerId="ADAL" clId="{4D8D382B-DDFF-455F-B5ED-E854E938891F}" dt="2026-01-11T13:04:56.018" v="3006" actId="478"/>
          <ac:cxnSpMkLst>
            <pc:docMk/>
            <pc:sldMk cId="987049720" sldId="269"/>
            <ac:cxnSpMk id="10" creationId="{3D403449-2B0B-CDCC-753D-BAA84DAACD95}"/>
          </ac:cxnSpMkLst>
        </pc:cxnChg>
      </pc:sldChg>
      <pc:sldChg chg="del">
        <pc:chgData name="#CUI SHUAIWEN#" userId="35a196ea-bcb8-475e-86cf-0b9eaca8a48f" providerId="ADAL" clId="{4D8D382B-DDFF-455F-B5ED-E854E938891F}" dt="2026-01-11T10:39:37.571" v="315" actId="47"/>
        <pc:sldMkLst>
          <pc:docMk/>
          <pc:sldMk cId="3817903410" sldId="269"/>
        </pc:sldMkLst>
      </pc:sldChg>
      <pc:sldChg chg="del">
        <pc:chgData name="#CUI SHUAIWEN#" userId="35a196ea-bcb8-475e-86cf-0b9eaca8a48f" providerId="ADAL" clId="{4D8D382B-DDFF-455F-B5ED-E854E938891F}" dt="2026-01-11T10:39:33.532" v="295" actId="47"/>
        <pc:sldMkLst>
          <pc:docMk/>
          <pc:sldMk cId="2307439785" sldId="270"/>
        </pc:sldMkLst>
      </pc:sldChg>
      <pc:sldChg chg="del">
        <pc:chgData name="#CUI SHUAIWEN#" userId="35a196ea-bcb8-475e-86cf-0b9eaca8a48f" providerId="ADAL" clId="{4D8D382B-DDFF-455F-B5ED-E854E938891F}" dt="2026-01-11T10:39:33.851" v="296" actId="47"/>
        <pc:sldMkLst>
          <pc:docMk/>
          <pc:sldMk cId="4100255535" sldId="271"/>
        </pc:sldMkLst>
      </pc:sldChg>
      <pc:sldChg chg="del">
        <pc:chgData name="#CUI SHUAIWEN#" userId="35a196ea-bcb8-475e-86cf-0b9eaca8a48f" providerId="ADAL" clId="{4D8D382B-DDFF-455F-B5ED-E854E938891F}" dt="2026-01-11T10:39:34.054" v="297" actId="47"/>
        <pc:sldMkLst>
          <pc:docMk/>
          <pc:sldMk cId="3247883481" sldId="272"/>
        </pc:sldMkLst>
      </pc:sldChg>
      <pc:sldChg chg="del">
        <pc:chgData name="#CUI SHUAIWEN#" userId="35a196ea-bcb8-475e-86cf-0b9eaca8a48f" providerId="ADAL" clId="{4D8D382B-DDFF-455F-B5ED-E854E938891F}" dt="2026-01-11T10:39:34.885" v="298" actId="47"/>
        <pc:sldMkLst>
          <pc:docMk/>
          <pc:sldMk cId="2856787668" sldId="275"/>
        </pc:sldMkLst>
      </pc:sldChg>
      <pc:sldChg chg="del">
        <pc:chgData name="#CUI SHUAIWEN#" userId="35a196ea-bcb8-475e-86cf-0b9eaca8a48f" providerId="ADAL" clId="{4D8D382B-DDFF-455F-B5ED-E854E938891F}" dt="2026-01-11T10:39:35.622" v="300" actId="47"/>
        <pc:sldMkLst>
          <pc:docMk/>
          <pc:sldMk cId="1401384901" sldId="276"/>
        </pc:sldMkLst>
      </pc:sldChg>
      <pc:sldChg chg="del">
        <pc:chgData name="#CUI SHUAIWEN#" userId="35a196ea-bcb8-475e-86cf-0b9eaca8a48f" providerId="ADAL" clId="{4D8D382B-DDFF-455F-B5ED-E854E938891F}" dt="2026-01-11T10:39:38.998" v="322" actId="47"/>
        <pc:sldMkLst>
          <pc:docMk/>
          <pc:sldMk cId="3148859768" sldId="277"/>
        </pc:sldMkLst>
      </pc:sldChg>
      <pc:sldChg chg="del">
        <pc:chgData name="#CUI SHUAIWEN#" userId="35a196ea-bcb8-475e-86cf-0b9eaca8a48f" providerId="ADAL" clId="{4D8D382B-DDFF-455F-B5ED-E854E938891F}" dt="2026-01-11T10:39:39.601" v="326" actId="47"/>
        <pc:sldMkLst>
          <pc:docMk/>
          <pc:sldMk cId="2732387768" sldId="278"/>
        </pc:sldMkLst>
      </pc:sldChg>
      <pc:sldChg chg="del">
        <pc:chgData name="#CUI SHUAIWEN#" userId="35a196ea-bcb8-475e-86cf-0b9eaca8a48f" providerId="ADAL" clId="{4D8D382B-DDFF-455F-B5ED-E854E938891F}" dt="2026-01-11T10:39:39.542" v="324" actId="47"/>
        <pc:sldMkLst>
          <pc:docMk/>
          <pc:sldMk cId="940724167" sldId="279"/>
        </pc:sldMkLst>
      </pc:sldChg>
      <pc:sldChg chg="del">
        <pc:chgData name="#CUI SHUAIWEN#" userId="35a196ea-bcb8-475e-86cf-0b9eaca8a48f" providerId="ADAL" clId="{4D8D382B-DDFF-455F-B5ED-E854E938891F}" dt="2026-01-11T10:39:41.372" v="339" actId="47"/>
        <pc:sldMkLst>
          <pc:docMk/>
          <pc:sldMk cId="1638102546" sldId="281"/>
        </pc:sldMkLst>
      </pc:sldChg>
      <pc:sldChg chg="del">
        <pc:chgData name="#CUI SHUAIWEN#" userId="35a196ea-bcb8-475e-86cf-0b9eaca8a48f" providerId="ADAL" clId="{4D8D382B-DDFF-455F-B5ED-E854E938891F}" dt="2026-01-11T10:39:35.110" v="299" actId="47"/>
        <pc:sldMkLst>
          <pc:docMk/>
          <pc:sldMk cId="1606987900" sldId="282"/>
        </pc:sldMkLst>
      </pc:sldChg>
      <pc:sldChg chg="del">
        <pc:chgData name="#CUI SHUAIWEN#" userId="35a196ea-bcb8-475e-86cf-0b9eaca8a48f" providerId="ADAL" clId="{4D8D382B-DDFF-455F-B5ED-E854E938891F}" dt="2026-01-11T10:39:35.686" v="302" actId="47"/>
        <pc:sldMkLst>
          <pc:docMk/>
          <pc:sldMk cId="4266317831" sldId="283"/>
        </pc:sldMkLst>
      </pc:sldChg>
      <pc:sldChg chg="del">
        <pc:chgData name="#CUI SHUAIWEN#" userId="35a196ea-bcb8-475e-86cf-0b9eaca8a48f" providerId="ADAL" clId="{4D8D382B-DDFF-455F-B5ED-E854E938891F}" dt="2026-01-11T10:39:35.717" v="303" actId="47"/>
        <pc:sldMkLst>
          <pc:docMk/>
          <pc:sldMk cId="3400981342" sldId="284"/>
        </pc:sldMkLst>
      </pc:sldChg>
      <pc:sldChg chg="del">
        <pc:chgData name="#CUI SHUAIWEN#" userId="35a196ea-bcb8-475e-86cf-0b9eaca8a48f" providerId="ADAL" clId="{4D8D382B-DDFF-455F-B5ED-E854E938891F}" dt="2026-01-11T10:39:35.756" v="304" actId="47"/>
        <pc:sldMkLst>
          <pc:docMk/>
          <pc:sldMk cId="1734273537" sldId="285"/>
        </pc:sldMkLst>
      </pc:sldChg>
      <pc:sldChg chg="del">
        <pc:chgData name="#CUI SHUAIWEN#" userId="35a196ea-bcb8-475e-86cf-0b9eaca8a48f" providerId="ADAL" clId="{4D8D382B-DDFF-455F-B5ED-E854E938891F}" dt="2026-01-11T10:39:35.788" v="305" actId="47"/>
        <pc:sldMkLst>
          <pc:docMk/>
          <pc:sldMk cId="693852826" sldId="286"/>
        </pc:sldMkLst>
      </pc:sldChg>
      <pc:sldChg chg="del">
        <pc:chgData name="#CUI SHUAIWEN#" userId="35a196ea-bcb8-475e-86cf-0b9eaca8a48f" providerId="ADAL" clId="{4D8D382B-DDFF-455F-B5ED-E854E938891F}" dt="2026-01-11T10:39:35.654" v="301" actId="47"/>
        <pc:sldMkLst>
          <pc:docMk/>
          <pc:sldMk cId="1021957308" sldId="287"/>
        </pc:sldMkLst>
      </pc:sldChg>
      <pc:sldChg chg="del">
        <pc:chgData name="#CUI SHUAIWEN#" userId="35a196ea-bcb8-475e-86cf-0b9eaca8a48f" providerId="ADAL" clId="{4D8D382B-DDFF-455F-B5ED-E854E938891F}" dt="2026-01-11T10:39:35.808" v="306" actId="47"/>
        <pc:sldMkLst>
          <pc:docMk/>
          <pc:sldMk cId="645861750" sldId="288"/>
        </pc:sldMkLst>
      </pc:sldChg>
      <pc:sldChg chg="del">
        <pc:chgData name="#CUI SHUAIWEN#" userId="35a196ea-bcb8-475e-86cf-0b9eaca8a48f" providerId="ADAL" clId="{4D8D382B-DDFF-455F-B5ED-E854E938891F}" dt="2026-01-11T10:39:35.849" v="307" actId="47"/>
        <pc:sldMkLst>
          <pc:docMk/>
          <pc:sldMk cId="3635646240" sldId="289"/>
        </pc:sldMkLst>
      </pc:sldChg>
      <pc:sldChg chg="del">
        <pc:chgData name="#CUI SHUAIWEN#" userId="35a196ea-bcb8-475e-86cf-0b9eaca8a48f" providerId="ADAL" clId="{4D8D382B-DDFF-455F-B5ED-E854E938891F}" dt="2026-01-11T10:39:37.602" v="316" actId="47"/>
        <pc:sldMkLst>
          <pc:docMk/>
          <pc:sldMk cId="3679089101" sldId="290"/>
        </pc:sldMkLst>
      </pc:sldChg>
      <pc:sldChg chg="del">
        <pc:chgData name="#CUI SHUAIWEN#" userId="35a196ea-bcb8-475e-86cf-0b9eaca8a48f" providerId="ADAL" clId="{4D8D382B-DDFF-455F-B5ED-E854E938891F}" dt="2026-01-11T10:39:37.537" v="314" actId="47"/>
        <pc:sldMkLst>
          <pc:docMk/>
          <pc:sldMk cId="2576713322" sldId="291"/>
        </pc:sldMkLst>
      </pc:sldChg>
      <pc:sldChg chg="del">
        <pc:chgData name="#CUI SHUAIWEN#" userId="35a196ea-bcb8-475e-86cf-0b9eaca8a48f" providerId="ADAL" clId="{4D8D382B-DDFF-455F-B5ED-E854E938891F}" dt="2026-01-11T10:39:37.663" v="318" actId="47"/>
        <pc:sldMkLst>
          <pc:docMk/>
          <pc:sldMk cId="2283426111" sldId="292"/>
        </pc:sldMkLst>
      </pc:sldChg>
      <pc:sldChg chg="del">
        <pc:chgData name="#CUI SHUAIWEN#" userId="35a196ea-bcb8-475e-86cf-0b9eaca8a48f" providerId="ADAL" clId="{4D8D382B-DDFF-455F-B5ED-E854E938891F}" dt="2026-01-11T10:39:37.729" v="320" actId="47"/>
        <pc:sldMkLst>
          <pc:docMk/>
          <pc:sldMk cId="243491516" sldId="293"/>
        </pc:sldMkLst>
      </pc:sldChg>
      <pc:sldChg chg="del">
        <pc:chgData name="#CUI SHUAIWEN#" userId="35a196ea-bcb8-475e-86cf-0b9eaca8a48f" providerId="ADAL" clId="{4D8D382B-DDFF-455F-B5ED-E854E938891F}" dt="2026-01-11T10:39:37.695" v="319" actId="47"/>
        <pc:sldMkLst>
          <pc:docMk/>
          <pc:sldMk cId="980262105" sldId="294"/>
        </pc:sldMkLst>
      </pc:sldChg>
      <pc:sldChg chg="del">
        <pc:chgData name="#CUI SHUAIWEN#" userId="35a196ea-bcb8-475e-86cf-0b9eaca8a48f" providerId="ADAL" clId="{4D8D382B-DDFF-455F-B5ED-E854E938891F}" dt="2026-01-11T10:39:37.756" v="321" actId="47"/>
        <pc:sldMkLst>
          <pc:docMk/>
          <pc:sldMk cId="582355745" sldId="295"/>
        </pc:sldMkLst>
      </pc:sldChg>
      <pc:sldChg chg="del">
        <pc:chgData name="#CUI SHUAIWEN#" userId="35a196ea-bcb8-475e-86cf-0b9eaca8a48f" providerId="ADAL" clId="{4D8D382B-DDFF-455F-B5ED-E854E938891F}" dt="2026-01-11T10:39:39.495" v="323" actId="47"/>
        <pc:sldMkLst>
          <pc:docMk/>
          <pc:sldMk cId="1602438779" sldId="296"/>
        </pc:sldMkLst>
      </pc:sldChg>
      <pc:sldChg chg="del">
        <pc:chgData name="#CUI SHUAIWEN#" userId="35a196ea-bcb8-475e-86cf-0b9eaca8a48f" providerId="ADAL" clId="{4D8D382B-DDFF-455F-B5ED-E854E938891F}" dt="2026-01-11T10:39:39.635" v="327" actId="47"/>
        <pc:sldMkLst>
          <pc:docMk/>
          <pc:sldMk cId="273653382" sldId="297"/>
        </pc:sldMkLst>
      </pc:sldChg>
      <pc:sldChg chg="del">
        <pc:chgData name="#CUI SHUAIWEN#" userId="35a196ea-bcb8-475e-86cf-0b9eaca8a48f" providerId="ADAL" clId="{4D8D382B-DDFF-455F-B5ED-E854E938891F}" dt="2026-01-11T10:39:39.662" v="328" actId="47"/>
        <pc:sldMkLst>
          <pc:docMk/>
          <pc:sldMk cId="856398079" sldId="298"/>
        </pc:sldMkLst>
      </pc:sldChg>
      <pc:sldChg chg="del">
        <pc:chgData name="#CUI SHUAIWEN#" userId="35a196ea-bcb8-475e-86cf-0b9eaca8a48f" providerId="ADAL" clId="{4D8D382B-DDFF-455F-B5ED-E854E938891F}" dt="2026-01-11T10:39:39.571" v="325" actId="47"/>
        <pc:sldMkLst>
          <pc:docMk/>
          <pc:sldMk cId="3704679447" sldId="299"/>
        </pc:sldMkLst>
      </pc:sldChg>
      <pc:sldChg chg="del">
        <pc:chgData name="#CUI SHUAIWEN#" userId="35a196ea-bcb8-475e-86cf-0b9eaca8a48f" providerId="ADAL" clId="{4D8D382B-DDFF-455F-B5ED-E854E938891F}" dt="2026-01-11T10:39:37.499" v="313" actId="47"/>
        <pc:sldMkLst>
          <pc:docMk/>
          <pc:sldMk cId="3779232994" sldId="300"/>
        </pc:sldMkLst>
      </pc:sldChg>
      <pc:sldChg chg="del">
        <pc:chgData name="#CUI SHUAIWEN#" userId="35a196ea-bcb8-475e-86cf-0b9eaca8a48f" providerId="ADAL" clId="{4D8D382B-DDFF-455F-B5ED-E854E938891F}" dt="2026-01-11T10:39:35.957" v="311" actId="47"/>
        <pc:sldMkLst>
          <pc:docMk/>
          <pc:sldMk cId="206254916" sldId="301"/>
        </pc:sldMkLst>
      </pc:sldChg>
      <pc:sldChg chg="del">
        <pc:chgData name="#CUI SHUAIWEN#" userId="35a196ea-bcb8-475e-86cf-0b9eaca8a48f" providerId="ADAL" clId="{4D8D382B-DDFF-455F-B5ED-E854E938891F}" dt="2026-01-11T10:39:36.993" v="312" actId="47"/>
        <pc:sldMkLst>
          <pc:docMk/>
          <pc:sldMk cId="2977683853" sldId="302"/>
        </pc:sldMkLst>
      </pc:sldChg>
      <pc:sldChg chg="del">
        <pc:chgData name="#CUI SHUAIWEN#" userId="35a196ea-bcb8-475e-86cf-0b9eaca8a48f" providerId="ADAL" clId="{4D8D382B-DDFF-455F-B5ED-E854E938891F}" dt="2026-01-11T10:39:37.635" v="317" actId="47"/>
        <pc:sldMkLst>
          <pc:docMk/>
          <pc:sldMk cId="3525409591" sldId="303"/>
        </pc:sldMkLst>
      </pc:sldChg>
      <pc:sldChg chg="del">
        <pc:chgData name="#CUI SHUAIWEN#" userId="35a196ea-bcb8-475e-86cf-0b9eaca8a48f" providerId="ADAL" clId="{4D8D382B-DDFF-455F-B5ED-E854E938891F}" dt="2026-01-11T10:39:39.690" v="329" actId="47"/>
        <pc:sldMkLst>
          <pc:docMk/>
          <pc:sldMk cId="2224933946" sldId="304"/>
        </pc:sldMkLst>
      </pc:sldChg>
      <pc:sldChg chg="del">
        <pc:chgData name="#CUI SHUAIWEN#" userId="35a196ea-bcb8-475e-86cf-0b9eaca8a48f" providerId="ADAL" clId="{4D8D382B-DDFF-455F-B5ED-E854E938891F}" dt="2026-01-11T10:39:41.291" v="337" actId="47"/>
        <pc:sldMkLst>
          <pc:docMk/>
          <pc:sldMk cId="368609131" sldId="305"/>
        </pc:sldMkLst>
      </pc:sldChg>
      <pc:sldChg chg="del">
        <pc:chgData name="#CUI SHUAIWEN#" userId="35a196ea-bcb8-475e-86cf-0b9eaca8a48f" providerId="ADAL" clId="{4D8D382B-DDFF-455F-B5ED-E854E938891F}" dt="2026-01-11T10:39:41.265" v="336" actId="47"/>
        <pc:sldMkLst>
          <pc:docMk/>
          <pc:sldMk cId="2102464296" sldId="306"/>
        </pc:sldMkLst>
      </pc:sldChg>
      <pc:sldChg chg="del">
        <pc:chgData name="#CUI SHUAIWEN#" userId="35a196ea-bcb8-475e-86cf-0b9eaca8a48f" providerId="ADAL" clId="{4D8D382B-DDFF-455F-B5ED-E854E938891F}" dt="2026-01-11T10:39:41.204" v="335" actId="47"/>
        <pc:sldMkLst>
          <pc:docMk/>
          <pc:sldMk cId="3511831332" sldId="307"/>
        </pc:sldMkLst>
      </pc:sldChg>
      <pc:sldChg chg="del">
        <pc:chgData name="#CUI SHUAIWEN#" userId="35a196ea-bcb8-475e-86cf-0b9eaca8a48f" providerId="ADAL" clId="{4D8D382B-DDFF-455F-B5ED-E854E938891F}" dt="2026-01-11T10:39:39.738" v="330" actId="47"/>
        <pc:sldMkLst>
          <pc:docMk/>
          <pc:sldMk cId="308953199" sldId="308"/>
        </pc:sldMkLst>
      </pc:sldChg>
      <pc:sldChg chg="del">
        <pc:chgData name="#CUI SHUAIWEN#" userId="35a196ea-bcb8-475e-86cf-0b9eaca8a48f" providerId="ADAL" clId="{4D8D382B-DDFF-455F-B5ED-E854E938891F}" dt="2026-01-11T10:39:39.795" v="332" actId="47"/>
        <pc:sldMkLst>
          <pc:docMk/>
          <pc:sldMk cId="1823350634" sldId="309"/>
        </pc:sldMkLst>
      </pc:sldChg>
      <pc:sldChg chg="del">
        <pc:chgData name="#CUI SHUAIWEN#" userId="35a196ea-bcb8-475e-86cf-0b9eaca8a48f" providerId="ADAL" clId="{4D8D382B-DDFF-455F-B5ED-E854E938891F}" dt="2026-01-11T10:39:41.172" v="334" actId="47"/>
        <pc:sldMkLst>
          <pc:docMk/>
          <pc:sldMk cId="1422115227" sldId="310"/>
        </pc:sldMkLst>
      </pc:sldChg>
      <pc:sldChg chg="del">
        <pc:chgData name="#CUI SHUAIWEN#" userId="35a196ea-bcb8-475e-86cf-0b9eaca8a48f" providerId="ADAL" clId="{4D8D382B-DDFF-455F-B5ED-E854E938891F}" dt="2026-01-11T10:39:40.661" v="333" actId="47"/>
        <pc:sldMkLst>
          <pc:docMk/>
          <pc:sldMk cId="1696387493" sldId="311"/>
        </pc:sldMkLst>
      </pc:sldChg>
      <pc:sldChg chg="del">
        <pc:chgData name="#CUI SHUAIWEN#" userId="35a196ea-bcb8-475e-86cf-0b9eaca8a48f" providerId="ADAL" clId="{4D8D382B-DDFF-455F-B5ED-E854E938891F}" dt="2026-01-11T10:39:41.347" v="338" actId="47"/>
        <pc:sldMkLst>
          <pc:docMk/>
          <pc:sldMk cId="1959596423" sldId="312"/>
        </pc:sldMkLst>
      </pc:sldChg>
      <pc:sldChg chg="del">
        <pc:chgData name="#CUI SHUAIWEN#" userId="35a196ea-bcb8-475e-86cf-0b9eaca8a48f" providerId="ADAL" clId="{4D8D382B-DDFF-455F-B5ED-E854E938891F}" dt="2026-01-11T10:39:39.765" v="331" actId="47"/>
        <pc:sldMkLst>
          <pc:docMk/>
          <pc:sldMk cId="3309710374" sldId="313"/>
        </pc:sldMkLst>
      </pc:sldChg>
      <pc:sldChg chg="del">
        <pc:chgData name="#CUI SHUAIWEN#" userId="35a196ea-bcb8-475e-86cf-0b9eaca8a48f" providerId="ADAL" clId="{4D8D382B-DDFF-455F-B5ED-E854E938891F}" dt="2026-01-11T10:39:41.403" v="340" actId="47"/>
        <pc:sldMkLst>
          <pc:docMk/>
          <pc:sldMk cId="1599020557" sldId="314"/>
        </pc:sldMkLst>
      </pc:sldChg>
      <pc:sldChg chg="del">
        <pc:chgData name="#CUI SHUAIWEN#" userId="35a196ea-bcb8-475e-86cf-0b9eaca8a48f" providerId="ADAL" clId="{4D8D382B-DDFF-455F-B5ED-E854E938891F}" dt="2026-01-11T10:39:45.408" v="347" actId="47"/>
        <pc:sldMkLst>
          <pc:docMk/>
          <pc:sldMk cId="3998120187" sldId="315"/>
        </pc:sldMkLst>
      </pc:sldChg>
      <pc:sldChg chg="del">
        <pc:chgData name="#CUI SHUAIWEN#" userId="35a196ea-bcb8-475e-86cf-0b9eaca8a48f" providerId="ADAL" clId="{4D8D382B-DDFF-455F-B5ED-E854E938891F}" dt="2026-01-11T10:39:41.433" v="341" actId="47"/>
        <pc:sldMkLst>
          <pc:docMk/>
          <pc:sldMk cId="3004921698" sldId="316"/>
        </pc:sldMkLst>
      </pc:sldChg>
      <pc:sldChg chg="del">
        <pc:chgData name="#CUI SHUAIWEN#" userId="35a196ea-bcb8-475e-86cf-0b9eaca8a48f" providerId="ADAL" clId="{4D8D382B-DDFF-455F-B5ED-E854E938891F}" dt="2026-01-11T10:39:41.465" v="342" actId="47"/>
        <pc:sldMkLst>
          <pc:docMk/>
          <pc:sldMk cId="684862405" sldId="317"/>
        </pc:sldMkLst>
      </pc:sldChg>
      <pc:sldChg chg="del">
        <pc:chgData name="#CUI SHUAIWEN#" userId="35a196ea-bcb8-475e-86cf-0b9eaca8a48f" providerId="ADAL" clId="{4D8D382B-DDFF-455F-B5ED-E854E938891F}" dt="2026-01-11T10:39:42.169" v="343" actId="47"/>
        <pc:sldMkLst>
          <pc:docMk/>
          <pc:sldMk cId="1252025687" sldId="318"/>
        </pc:sldMkLst>
      </pc:sldChg>
      <pc:sldChg chg="del">
        <pc:chgData name="#CUI SHUAIWEN#" userId="35a196ea-bcb8-475e-86cf-0b9eaca8a48f" providerId="ADAL" clId="{4D8D382B-DDFF-455F-B5ED-E854E938891F}" dt="2026-01-11T10:39:42.687" v="344" actId="47"/>
        <pc:sldMkLst>
          <pc:docMk/>
          <pc:sldMk cId="2401157614" sldId="319"/>
        </pc:sldMkLst>
      </pc:sldChg>
      <pc:sldChg chg="del">
        <pc:chgData name="#CUI SHUAIWEN#" userId="35a196ea-bcb8-475e-86cf-0b9eaca8a48f" providerId="ADAL" clId="{4D8D382B-DDFF-455F-B5ED-E854E938891F}" dt="2026-01-11T10:39:43.948" v="345" actId="47"/>
        <pc:sldMkLst>
          <pc:docMk/>
          <pc:sldMk cId="2737140562" sldId="320"/>
        </pc:sldMkLst>
      </pc:sldChg>
      <pc:sldChg chg="del">
        <pc:chgData name="#CUI SHUAIWEN#" userId="35a196ea-bcb8-475e-86cf-0b9eaca8a48f" providerId="ADAL" clId="{4D8D382B-DDFF-455F-B5ED-E854E938891F}" dt="2026-01-11T10:39:45.140" v="346" actId="47"/>
        <pc:sldMkLst>
          <pc:docMk/>
          <pc:sldMk cId="3180073989" sldId="321"/>
        </pc:sldMkLst>
      </pc:sldChg>
      <pc:sldChg chg="del">
        <pc:chgData name="#CUI SHUAIWEN#" userId="35a196ea-bcb8-475e-86cf-0b9eaca8a48f" providerId="ADAL" clId="{4D8D382B-DDFF-455F-B5ED-E854E938891F}" dt="2026-01-11T10:39:46.240" v="348" actId="47"/>
        <pc:sldMkLst>
          <pc:docMk/>
          <pc:sldMk cId="1199951631" sldId="322"/>
        </pc:sldMkLst>
      </pc:sldChg>
      <pc:sldChg chg="del">
        <pc:chgData name="#CUI SHUAIWEN#" userId="35a196ea-bcb8-475e-86cf-0b9eaca8a48f" providerId="ADAL" clId="{4D8D382B-DDFF-455F-B5ED-E854E938891F}" dt="2026-01-11T10:39:49.687" v="350" actId="47"/>
        <pc:sldMkLst>
          <pc:docMk/>
          <pc:sldMk cId="4183573685" sldId="323"/>
        </pc:sldMkLst>
      </pc:sldChg>
      <pc:sldChg chg="del">
        <pc:chgData name="#CUI SHUAIWEN#" userId="35a196ea-bcb8-475e-86cf-0b9eaca8a48f" providerId="ADAL" clId="{4D8D382B-DDFF-455F-B5ED-E854E938891F}" dt="2026-01-11T10:39:50.609" v="351" actId="47"/>
        <pc:sldMkLst>
          <pc:docMk/>
          <pc:sldMk cId="3709926978" sldId="324"/>
        </pc:sldMkLst>
      </pc:sldChg>
      <pc:sldChg chg="del">
        <pc:chgData name="#CUI SHUAIWEN#" userId="35a196ea-bcb8-475e-86cf-0b9eaca8a48f" providerId="ADAL" clId="{4D8D382B-DDFF-455F-B5ED-E854E938891F}" dt="2026-01-11T10:39:52.747" v="352" actId="47"/>
        <pc:sldMkLst>
          <pc:docMk/>
          <pc:sldMk cId="3088910532" sldId="325"/>
        </pc:sldMkLst>
      </pc:sldChg>
      <pc:sldChg chg="del">
        <pc:chgData name="#CUI SHUAIWEN#" userId="35a196ea-bcb8-475e-86cf-0b9eaca8a48f" providerId="ADAL" clId="{4D8D382B-DDFF-455F-B5ED-E854E938891F}" dt="2026-01-11T10:39:53.241" v="353" actId="47"/>
        <pc:sldMkLst>
          <pc:docMk/>
          <pc:sldMk cId="2308674396" sldId="326"/>
        </pc:sldMkLst>
      </pc:sldChg>
      <pc:sldChg chg="del">
        <pc:chgData name="#CUI SHUAIWEN#" userId="35a196ea-bcb8-475e-86cf-0b9eaca8a48f" providerId="ADAL" clId="{4D8D382B-DDFF-455F-B5ED-E854E938891F}" dt="2026-01-11T10:39:55.713" v="355" actId="47"/>
        <pc:sldMkLst>
          <pc:docMk/>
          <pc:sldMk cId="3053737023" sldId="327"/>
        </pc:sldMkLst>
      </pc:sldChg>
      <pc:sldChg chg="del">
        <pc:chgData name="#CUI SHUAIWEN#" userId="35a196ea-bcb8-475e-86cf-0b9eaca8a48f" providerId="ADAL" clId="{4D8D382B-DDFF-455F-B5ED-E854E938891F}" dt="2026-01-11T10:39:56.659" v="356" actId="47"/>
        <pc:sldMkLst>
          <pc:docMk/>
          <pc:sldMk cId="756178142" sldId="328"/>
        </pc:sldMkLst>
      </pc:sldChg>
      <pc:sldChg chg="del">
        <pc:chgData name="#CUI SHUAIWEN#" userId="35a196ea-bcb8-475e-86cf-0b9eaca8a48f" providerId="ADAL" clId="{4D8D382B-DDFF-455F-B5ED-E854E938891F}" dt="2026-01-11T10:40:05.345" v="357" actId="47"/>
        <pc:sldMkLst>
          <pc:docMk/>
          <pc:sldMk cId="1700336009" sldId="3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1/11/2026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KARMGvOYONM17iGIYtOdJ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93E71-F3A4-772F-28C6-B2CB018AAA49}"/>
              </a:ext>
            </a:extLst>
          </p:cNvPr>
          <p:cNvSpPr txBox="1"/>
          <p:nvPr/>
        </p:nvSpPr>
        <p:spPr>
          <a:xfrm>
            <a:off x="317635" y="168441"/>
            <a:ext cx="5123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r>
              <a:rPr lang="en-US" altLang="zh-CN" sz="2800" b="1" dirty="0"/>
              <a:t>ourse Coordinator &amp; Instructors</a:t>
            </a:r>
          </a:p>
        </p:txBody>
      </p:sp>
      <p:pic>
        <p:nvPicPr>
          <p:cNvPr id="7" name="Picture 6" descr="A person with short dark hair wearing a grey shirt&#10;&#10;AI-generated content may be incorrect.">
            <a:extLst>
              <a:ext uri="{FF2B5EF4-FFF2-40B4-BE49-F238E27FC236}">
                <a16:creationId xmlns:a16="http://schemas.microsoft.com/office/drawing/2014/main" id="{7588EF94-AAC5-1CFE-F20E-AA65A364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4" y="1043743"/>
            <a:ext cx="1118501" cy="1437273"/>
          </a:xfrm>
          <a:prstGeom prst="rect">
            <a:avLst/>
          </a:prstGeom>
        </p:spPr>
      </p:pic>
      <p:pic>
        <p:nvPicPr>
          <p:cNvPr id="9" name="Picture 8" descr="A person with short black hair&#10;&#10;AI-generated content may be incorrect.">
            <a:extLst>
              <a:ext uri="{FF2B5EF4-FFF2-40B4-BE49-F238E27FC236}">
                <a16:creationId xmlns:a16="http://schemas.microsoft.com/office/drawing/2014/main" id="{BE5B02EF-9788-D660-C106-A23309EE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4" y="2927271"/>
            <a:ext cx="1118501" cy="1491335"/>
          </a:xfrm>
          <a:prstGeom prst="rect">
            <a:avLst/>
          </a:prstGeom>
        </p:spPr>
      </p:pic>
      <p:pic>
        <p:nvPicPr>
          <p:cNvPr id="11" name="Picture 10" descr="A person in a suit&#10;&#10;AI-generated content may be incorrect.">
            <a:extLst>
              <a:ext uri="{FF2B5EF4-FFF2-40B4-BE49-F238E27FC236}">
                <a16:creationId xmlns:a16="http://schemas.microsoft.com/office/drawing/2014/main" id="{F96A8D50-22A3-48FD-13E7-5BCFFA73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301" y="1043742"/>
            <a:ext cx="1118501" cy="1491334"/>
          </a:xfrm>
          <a:prstGeom prst="rect">
            <a:avLst/>
          </a:prstGeom>
        </p:spPr>
      </p:pic>
      <p:pic>
        <p:nvPicPr>
          <p:cNvPr id="13" name="Picture 12" descr="A person in a black shirt&#10;&#10;AI-generated content may be incorrect.">
            <a:extLst>
              <a:ext uri="{FF2B5EF4-FFF2-40B4-BE49-F238E27FC236}">
                <a16:creationId xmlns:a16="http://schemas.microsoft.com/office/drawing/2014/main" id="{7705B83D-B00F-F4F4-5BB2-077EB0431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301" y="2927271"/>
            <a:ext cx="1118502" cy="1491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0CF8B3-5715-D3C4-6F09-3CF5D99E57A7}"/>
              </a:ext>
            </a:extLst>
          </p:cNvPr>
          <p:cNvSpPr txBox="1"/>
          <p:nvPr/>
        </p:nvSpPr>
        <p:spPr>
          <a:xfrm>
            <a:off x="1492824" y="982061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</a:t>
            </a:r>
            <a:r>
              <a:rPr lang="en-US" altLang="zh-CN" sz="1600" b="1" dirty="0">
                <a:solidFill>
                  <a:srgbClr val="FF0000"/>
                </a:solidFill>
              </a:rPr>
              <a:t>oordinator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</a:t>
            </a:r>
            <a:r>
              <a:rPr lang="en-US" altLang="zh-CN" sz="1600" dirty="0"/>
              <a:t>sst. Prof. </a:t>
            </a:r>
            <a:r>
              <a:rPr lang="en-US" sz="1600" dirty="0"/>
              <a:t>S</a:t>
            </a:r>
            <a:r>
              <a:rPr lang="en-US" altLang="zh-CN" sz="1600" dirty="0"/>
              <a:t>hi Chao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TEL: 67905289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chao.shi@ntu.edu.sg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807775-BBEA-96DA-8E01-8F110858BE17}"/>
              </a:ext>
            </a:extLst>
          </p:cNvPr>
          <p:cNvSpPr txBox="1"/>
          <p:nvPr/>
        </p:nvSpPr>
        <p:spPr>
          <a:xfrm>
            <a:off x="5599491" y="1043743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Ms. Yu Xiao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88635869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xiao004@e.ntu.edu.sg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8DBDD-51DC-C560-BA56-E9AB49D4899D}"/>
              </a:ext>
            </a:extLst>
          </p:cNvPr>
          <p:cNvSpPr txBox="1"/>
          <p:nvPr/>
        </p:nvSpPr>
        <p:spPr>
          <a:xfrm>
            <a:off x="1492824" y="2907215"/>
            <a:ext cx="287478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Jiang Shuo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81733652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jian0142@e.ntu.edu.sg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2D768-30AA-DF88-8BD4-06058748A30B}"/>
              </a:ext>
            </a:extLst>
          </p:cNvPr>
          <p:cNvSpPr txBox="1"/>
          <p:nvPr/>
        </p:nvSpPr>
        <p:spPr>
          <a:xfrm>
            <a:off x="5542802" y="2907214"/>
            <a:ext cx="3328147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Cui Shuaiwen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TEL: 83071903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shuaiwen001@e.ntu.edu.sg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AC1AF-CEC5-E792-6D5D-E29615A0067E}"/>
              </a:ext>
            </a:extLst>
          </p:cNvPr>
          <p:cNvSpPr txBox="1"/>
          <p:nvPr/>
        </p:nvSpPr>
        <p:spPr>
          <a:xfrm>
            <a:off x="5850629" y="114593"/>
            <a:ext cx="287478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</a:rPr>
              <a:t>Feel Free to Reach Out!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05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ACFA-C2F7-FDF9-B241-5259D597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41444-3201-F163-84DA-74C0ED4FC129}"/>
              </a:ext>
            </a:extLst>
          </p:cNvPr>
          <p:cNvSpPr txBox="1"/>
          <p:nvPr/>
        </p:nvSpPr>
        <p:spPr>
          <a:xfrm>
            <a:off x="317634" y="168441"/>
            <a:ext cx="855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Group Chats – S</a:t>
            </a:r>
            <a:r>
              <a:rPr lang="en-US" altLang="zh-CN" sz="2800" b="1" dirty="0"/>
              <a:t>can to Join WhatsApp Community</a:t>
            </a:r>
          </a:p>
        </p:txBody>
      </p:sp>
      <p:pic>
        <p:nvPicPr>
          <p:cNvPr id="7" name="Picture 6" descr="A qr code with a dinosaur&#10;&#10;AI-generated content may be incorrect.">
            <a:extLst>
              <a:ext uri="{FF2B5EF4-FFF2-40B4-BE49-F238E27FC236}">
                <a16:creationId xmlns:a16="http://schemas.microsoft.com/office/drawing/2014/main" id="{E8CE79E5-B531-BBFD-65B3-F788C5EA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95" y="708137"/>
            <a:ext cx="3727226" cy="3727226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C6669A8D-1A32-4C19-F1F4-079B58156073}"/>
              </a:ext>
            </a:extLst>
          </p:cNvPr>
          <p:cNvSpPr txBox="1"/>
          <p:nvPr/>
        </p:nvSpPr>
        <p:spPr>
          <a:xfrm>
            <a:off x="173864" y="4415390"/>
            <a:ext cx="562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https://chat.whatsapp.com/KARMGvOYONM17iGIYtOdJn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2E567-16DC-2203-16FA-473341A6E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010" y="1471540"/>
            <a:ext cx="4000706" cy="19686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3B8195-0356-14D7-5C4F-683BD79AB4F5}"/>
              </a:ext>
            </a:extLst>
          </p:cNvPr>
          <p:cNvCxnSpPr>
            <a:cxnSpLocks/>
          </p:cNvCxnSpPr>
          <p:nvPr/>
        </p:nvCxnSpPr>
        <p:spPr>
          <a:xfrm flipH="1" flipV="1">
            <a:off x="5615189" y="3322749"/>
            <a:ext cx="309093" cy="476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DE2FC4-8964-8A3B-624B-B43DA6B621CC}"/>
              </a:ext>
            </a:extLst>
          </p:cNvPr>
          <p:cNvSpPr txBox="1"/>
          <p:nvPr/>
        </p:nvSpPr>
        <p:spPr>
          <a:xfrm>
            <a:off x="5924282" y="3611207"/>
            <a:ext cx="315532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Join this for discussion.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80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D589-A5A5-B19C-4C4B-A5A5B39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8C58D-D52D-FCA7-1B51-1A2CEE03050E}"/>
              </a:ext>
            </a:extLst>
          </p:cNvPr>
          <p:cNvSpPr txBox="1"/>
          <p:nvPr/>
        </p:nvSpPr>
        <p:spPr>
          <a:xfrm>
            <a:off x="317635" y="168441"/>
            <a:ext cx="3024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Course S</a:t>
            </a:r>
            <a:r>
              <a:rPr lang="en-US" altLang="zh-CN" sz="2800" b="1" dirty="0"/>
              <a:t>tructure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682912-1266-CB3D-D1C5-7CFC0365F6D0}"/>
              </a:ext>
            </a:extLst>
          </p:cNvPr>
          <p:cNvSpPr/>
          <p:nvPr/>
        </p:nvSpPr>
        <p:spPr>
          <a:xfrm>
            <a:off x="40778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29698-AFF7-6063-0385-5F08F3278986}"/>
              </a:ext>
            </a:extLst>
          </p:cNvPr>
          <p:cNvSpPr txBox="1"/>
          <p:nvPr/>
        </p:nvSpPr>
        <p:spPr>
          <a:xfrm>
            <a:off x="317633" y="69166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 - Engineering Drawing – 2D – Autodesk CAD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9A6BB-15C7-2711-8EA3-C732A7B86497}"/>
              </a:ext>
            </a:extLst>
          </p:cNvPr>
          <p:cNvSpPr txBox="1"/>
          <p:nvPr/>
        </p:nvSpPr>
        <p:spPr>
          <a:xfrm>
            <a:off x="317632" y="2741726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II – Building Information Model – 3D – Autodesk Revit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DA77AA-1E84-FDDC-A227-F13D073059D8}"/>
              </a:ext>
            </a:extLst>
          </p:cNvPr>
          <p:cNvSpPr/>
          <p:nvPr/>
        </p:nvSpPr>
        <p:spPr>
          <a:xfrm>
            <a:off x="151721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5AB8B3-7F27-1917-4748-CFA43063AC92}"/>
              </a:ext>
            </a:extLst>
          </p:cNvPr>
          <p:cNvSpPr/>
          <p:nvPr/>
        </p:nvSpPr>
        <p:spPr>
          <a:xfrm>
            <a:off x="2626642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7CDA02-88BE-C270-BAB6-8F0F2511D101}"/>
              </a:ext>
            </a:extLst>
          </p:cNvPr>
          <p:cNvSpPr/>
          <p:nvPr/>
        </p:nvSpPr>
        <p:spPr>
          <a:xfrm>
            <a:off x="3736070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A0519F-9324-51C3-AC25-E942B388B242}"/>
              </a:ext>
            </a:extLst>
          </p:cNvPr>
          <p:cNvSpPr/>
          <p:nvPr/>
        </p:nvSpPr>
        <p:spPr>
          <a:xfrm>
            <a:off x="4845498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51361F-3EB6-2FF4-5AAA-207E2CD9E518}"/>
              </a:ext>
            </a:extLst>
          </p:cNvPr>
          <p:cNvSpPr/>
          <p:nvPr/>
        </p:nvSpPr>
        <p:spPr>
          <a:xfrm>
            <a:off x="595492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89C4A4-31BD-03EA-DA9D-B4906EC734C3}"/>
              </a:ext>
            </a:extLst>
          </p:cNvPr>
          <p:cNvSpPr/>
          <p:nvPr/>
        </p:nvSpPr>
        <p:spPr>
          <a:xfrm>
            <a:off x="706435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CE772-17BC-417B-FC8A-A3DFFA01E1E1}"/>
              </a:ext>
            </a:extLst>
          </p:cNvPr>
          <p:cNvSpPr/>
          <p:nvPr/>
        </p:nvSpPr>
        <p:spPr>
          <a:xfrm>
            <a:off x="8173783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</a:t>
            </a:r>
            <a:r>
              <a:rPr lang="en-US" altLang="zh-CN" sz="1600" dirty="0"/>
              <a:t>ecess</a:t>
            </a:r>
          </a:p>
          <a:p>
            <a:pPr algn="ctr"/>
            <a:r>
              <a:rPr lang="en-US" sz="1600" dirty="0"/>
              <a:t>W</a:t>
            </a:r>
            <a:r>
              <a:rPr lang="en-US" altLang="zh-CN" sz="1600" dirty="0"/>
              <a:t>eek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F2C95A-CFDA-F646-9692-26EF98B7102B}"/>
              </a:ext>
            </a:extLst>
          </p:cNvPr>
          <p:cNvCxnSpPr/>
          <p:nvPr/>
        </p:nvCxnSpPr>
        <p:spPr>
          <a:xfrm>
            <a:off x="407786" y="1961855"/>
            <a:ext cx="30603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D7280B-EEDA-FBE6-8589-FE47B2373133}"/>
              </a:ext>
            </a:extLst>
          </p:cNvPr>
          <p:cNvSpPr txBox="1"/>
          <p:nvPr/>
        </p:nvSpPr>
        <p:spPr>
          <a:xfrm>
            <a:off x="828518" y="2062922"/>
            <a:ext cx="214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AutoCAD Basics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CC910F-91B5-EE3F-F997-C76B009C3C2C}"/>
              </a:ext>
            </a:extLst>
          </p:cNvPr>
          <p:cNvCxnSpPr>
            <a:cxnSpLocks/>
          </p:cNvCxnSpPr>
          <p:nvPr/>
        </p:nvCxnSpPr>
        <p:spPr>
          <a:xfrm>
            <a:off x="3721949" y="1957745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E0E678-4EA1-1957-2B06-EF0421ECB4AB}"/>
              </a:ext>
            </a:extLst>
          </p:cNvPr>
          <p:cNvSpPr txBox="1"/>
          <p:nvPr/>
        </p:nvSpPr>
        <p:spPr>
          <a:xfrm>
            <a:off x="3430501" y="2058812"/>
            <a:ext cx="145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Orthographic </a:t>
            </a:r>
          </a:p>
          <a:p>
            <a:pPr algn="ctr"/>
            <a:r>
              <a:rPr lang="en-US" dirty="0"/>
              <a:t>Projection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4FC3AF-828C-1B4E-23BA-BDF2A4D32696}"/>
              </a:ext>
            </a:extLst>
          </p:cNvPr>
          <p:cNvCxnSpPr>
            <a:cxnSpLocks/>
          </p:cNvCxnSpPr>
          <p:nvPr/>
        </p:nvCxnSpPr>
        <p:spPr>
          <a:xfrm>
            <a:off x="4845498" y="1961855"/>
            <a:ext cx="1999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6E0194-1261-8F79-C6DC-7ACE2C946E38}"/>
              </a:ext>
            </a:extLst>
          </p:cNvPr>
          <p:cNvSpPr txBox="1"/>
          <p:nvPr/>
        </p:nvSpPr>
        <p:spPr>
          <a:xfrm>
            <a:off x="4684629" y="2301389"/>
            <a:ext cx="24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Auxiliary Projection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9A5566-0976-43A7-CFC0-E80DAF695FA2}"/>
              </a:ext>
            </a:extLst>
          </p:cNvPr>
          <p:cNvCxnSpPr>
            <a:cxnSpLocks/>
          </p:cNvCxnSpPr>
          <p:nvPr/>
        </p:nvCxnSpPr>
        <p:spPr>
          <a:xfrm>
            <a:off x="7064354" y="1957745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E64723-82EB-FC92-F2D9-C4CCA51F16DE}"/>
              </a:ext>
            </a:extLst>
          </p:cNvPr>
          <p:cNvSpPr txBox="1"/>
          <p:nvPr/>
        </p:nvSpPr>
        <p:spPr>
          <a:xfrm>
            <a:off x="6845121" y="206564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uiz1</a:t>
            </a:r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AD7EC5-B3A4-2340-7545-672FCE95D75B}"/>
              </a:ext>
            </a:extLst>
          </p:cNvPr>
          <p:cNvSpPr/>
          <p:nvPr/>
        </p:nvSpPr>
        <p:spPr>
          <a:xfrm>
            <a:off x="40778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W8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2815E1-7A92-4BE8-A76F-E5B6FFD701B4}"/>
              </a:ext>
            </a:extLst>
          </p:cNvPr>
          <p:cNvSpPr/>
          <p:nvPr/>
        </p:nvSpPr>
        <p:spPr>
          <a:xfrm>
            <a:off x="1517214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3DDCA6-2357-8306-C179-227406761CB8}"/>
              </a:ext>
            </a:extLst>
          </p:cNvPr>
          <p:cNvSpPr/>
          <p:nvPr/>
        </p:nvSpPr>
        <p:spPr>
          <a:xfrm>
            <a:off x="2626642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F24F8C-EDB6-F58A-4218-DEC6F421FF04}"/>
              </a:ext>
            </a:extLst>
          </p:cNvPr>
          <p:cNvSpPr/>
          <p:nvPr/>
        </p:nvSpPr>
        <p:spPr>
          <a:xfrm>
            <a:off x="3736070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0FABC0-14E8-418A-C146-2D4C2AE8861F}"/>
              </a:ext>
            </a:extLst>
          </p:cNvPr>
          <p:cNvSpPr/>
          <p:nvPr/>
        </p:nvSpPr>
        <p:spPr>
          <a:xfrm>
            <a:off x="4845498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054CB8-6655-D51D-9EDC-B3D423517AD8}"/>
              </a:ext>
            </a:extLst>
          </p:cNvPr>
          <p:cNvSpPr/>
          <p:nvPr/>
        </p:nvSpPr>
        <p:spPr>
          <a:xfrm>
            <a:off x="595492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374075-C58C-0B0B-7307-DE7E14FAA57E}"/>
              </a:ext>
            </a:extLst>
          </p:cNvPr>
          <p:cNvCxnSpPr>
            <a:cxnSpLocks/>
          </p:cNvCxnSpPr>
          <p:nvPr/>
        </p:nvCxnSpPr>
        <p:spPr>
          <a:xfrm>
            <a:off x="5953409" y="4020821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B7B7D4-4418-4A3F-19CF-BFD5EE9F3405}"/>
              </a:ext>
            </a:extLst>
          </p:cNvPr>
          <p:cNvSpPr txBox="1"/>
          <p:nvPr/>
        </p:nvSpPr>
        <p:spPr>
          <a:xfrm>
            <a:off x="5734176" y="4128720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uiz2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4D0F52-3694-FA34-9A82-8D13D52E9CFD}"/>
              </a:ext>
            </a:extLst>
          </p:cNvPr>
          <p:cNvCxnSpPr>
            <a:cxnSpLocks/>
          </p:cNvCxnSpPr>
          <p:nvPr/>
        </p:nvCxnSpPr>
        <p:spPr>
          <a:xfrm>
            <a:off x="393665" y="4025872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0000D34-31AE-7B4D-CF69-3FD8A2530268}"/>
              </a:ext>
            </a:extLst>
          </p:cNvPr>
          <p:cNvSpPr txBox="1"/>
          <p:nvPr/>
        </p:nvSpPr>
        <p:spPr>
          <a:xfrm>
            <a:off x="317635" y="4111387"/>
            <a:ext cx="100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altLang="zh-CN" dirty="0"/>
              <a:t>evit </a:t>
            </a:r>
          </a:p>
          <a:p>
            <a:pPr algn="ctr"/>
            <a:r>
              <a:rPr lang="en-US" altLang="zh-CN" dirty="0"/>
              <a:t>Basics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63B33-CBC8-4807-26F1-AB92BA700035}"/>
              </a:ext>
            </a:extLst>
          </p:cNvPr>
          <p:cNvCxnSpPr>
            <a:cxnSpLocks/>
          </p:cNvCxnSpPr>
          <p:nvPr/>
        </p:nvCxnSpPr>
        <p:spPr>
          <a:xfrm>
            <a:off x="1494437" y="4025872"/>
            <a:ext cx="30998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F0F14D1-86DB-929B-31AC-EA7F9DA9864F}"/>
              </a:ext>
            </a:extLst>
          </p:cNvPr>
          <p:cNvSpPr txBox="1"/>
          <p:nvPr/>
        </p:nvSpPr>
        <p:spPr>
          <a:xfrm>
            <a:off x="1418407" y="4111387"/>
            <a:ext cx="315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  <a:r>
              <a:rPr lang="en-US" altLang="zh-CN" dirty="0"/>
              <a:t>andson Practice</a:t>
            </a:r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FE46888-CDA3-E3C8-C436-D8CF763D7B1D}"/>
              </a:ext>
            </a:extLst>
          </p:cNvPr>
          <p:cNvCxnSpPr>
            <a:cxnSpLocks/>
          </p:cNvCxnSpPr>
          <p:nvPr/>
        </p:nvCxnSpPr>
        <p:spPr>
          <a:xfrm>
            <a:off x="4824650" y="4016833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E9F8BD5-F28B-DA75-1198-FF1A72F4F8F5}"/>
              </a:ext>
            </a:extLst>
          </p:cNvPr>
          <p:cNvSpPr txBox="1"/>
          <p:nvPr/>
        </p:nvSpPr>
        <p:spPr>
          <a:xfrm>
            <a:off x="4605417" y="4016833"/>
            <a:ext cx="1330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Review</a:t>
            </a:r>
          </a:p>
          <a:p>
            <a:pPr algn="ctr"/>
            <a:r>
              <a:rPr lang="en-US" dirty="0"/>
              <a:t>Self-based Learning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37C717-8C49-1702-CB9F-D64618583452}"/>
              </a:ext>
            </a:extLst>
          </p:cNvPr>
          <p:cNvSpPr txBox="1"/>
          <p:nvPr/>
        </p:nvSpPr>
        <p:spPr>
          <a:xfrm>
            <a:off x="4572000" y="196115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Angle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71B009-65A8-05EE-9FE2-DE1DB5BFEDEC}"/>
              </a:ext>
            </a:extLst>
          </p:cNvPr>
          <p:cNvSpPr txBox="1"/>
          <p:nvPr/>
        </p:nvSpPr>
        <p:spPr>
          <a:xfrm>
            <a:off x="5719476" y="1954807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altLang="zh-CN" dirty="0"/>
              <a:t> 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5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2679-2CA1-76CC-3D51-D7E51CA0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7F0A9-7FFF-02E0-7FA6-662870811C6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Grade &amp; Attendance</a:t>
            </a:r>
            <a:endParaRPr lang="en-US" altLang="zh-C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E727-EA92-8FAE-F0DA-0CE4C43F2FCE}"/>
              </a:ext>
            </a:extLst>
          </p:cNvPr>
          <p:cNvSpPr txBox="1"/>
          <p:nvPr/>
        </p:nvSpPr>
        <p:spPr>
          <a:xfrm>
            <a:off x="317633" y="72141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F15B4-7A6F-CCC8-AFCF-C9A0A5636158}"/>
              </a:ext>
            </a:extLst>
          </p:cNvPr>
          <p:cNvSpPr txBox="1"/>
          <p:nvPr/>
        </p:nvSpPr>
        <p:spPr>
          <a:xfrm>
            <a:off x="317632" y="184805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Attendance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0549-D58C-9CF7-60DA-343620C96D5B}"/>
              </a:ext>
            </a:extLst>
          </p:cNvPr>
          <p:cNvSpPr txBox="1"/>
          <p:nvPr/>
        </p:nvSpPr>
        <p:spPr>
          <a:xfrm>
            <a:off x="317634" y="1284738"/>
            <a:ext cx="58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</a:t>
            </a:r>
            <a:r>
              <a:rPr lang="en-US" altLang="zh-CN" sz="2400" dirty="0"/>
              <a:t>uiz1 (50%) + </a:t>
            </a:r>
            <a:r>
              <a:rPr lang="en-US" sz="2400" dirty="0"/>
              <a:t>Q</a:t>
            </a:r>
            <a:r>
              <a:rPr lang="en-US" altLang="zh-CN" sz="2400" dirty="0"/>
              <a:t>uiz2 (50%)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F0B97-1A30-8F97-F2A2-E6C3DA28C834}"/>
              </a:ext>
            </a:extLst>
          </p:cNvPr>
          <p:cNvSpPr txBox="1"/>
          <p:nvPr/>
        </p:nvSpPr>
        <p:spPr>
          <a:xfrm>
            <a:off x="317632" y="2274193"/>
            <a:ext cx="842068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will be taken during the last 15 minutes of class.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does not count toward the final grade; however, students are encouraged to attend in person, as exam-related tips will be shared in class.</a:t>
            </a:r>
          </a:p>
        </p:txBody>
      </p:sp>
    </p:spTree>
    <p:extLst>
      <p:ext uri="{BB962C8B-B14F-4D97-AF65-F5344CB8AC3E}">
        <p14:creationId xmlns:p14="http://schemas.microsoft.com/office/powerpoint/2010/main" val="160313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45CC-2227-BC84-C28B-E3044272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94C3-E8C8-DA1E-7FFB-D31A133B621C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</a:t>
            </a:r>
            <a:r>
              <a:rPr lang="en-US" altLang="zh-CN" sz="2800" b="1" dirty="0"/>
              <a:t>uiz Absence Policy</a:t>
            </a:r>
            <a:r>
              <a:rPr lang="en-US" sz="2800" b="1" dirty="0"/>
              <a:t> 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032F-9729-9C5C-9664-27AF56C6D6A8}"/>
              </a:ext>
            </a:extLst>
          </p:cNvPr>
          <p:cNvSpPr txBox="1"/>
          <p:nvPr/>
        </p:nvSpPr>
        <p:spPr>
          <a:xfrm>
            <a:off x="317634" y="77514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Request an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DC5F0-6A1F-CB63-CD21-8C09435DDEC7}"/>
              </a:ext>
            </a:extLst>
          </p:cNvPr>
          <p:cNvSpPr txBox="1"/>
          <p:nvPr/>
        </p:nvSpPr>
        <p:spPr>
          <a:xfrm>
            <a:off x="317633" y="2589729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 with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DE7A-95ED-90BD-BF68-BB1D14C33089}"/>
              </a:ext>
            </a:extLst>
          </p:cNvPr>
          <p:cNvSpPr txBox="1"/>
          <p:nvPr/>
        </p:nvSpPr>
        <p:spPr>
          <a:xfrm>
            <a:off x="437815" y="1204707"/>
            <a:ext cx="855163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(1) Submit your Medical Certificate (MC) to the School administration.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(2) Email the Course Coordinator.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(3) Email the instructor(s) (preferably notify all three instructors).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954C7-6766-0D72-F413-5FE5E1BB8212}"/>
              </a:ext>
            </a:extLst>
          </p:cNvPr>
          <p:cNvSpPr txBox="1"/>
          <p:nvPr/>
        </p:nvSpPr>
        <p:spPr>
          <a:xfrm>
            <a:off x="317634" y="3072491"/>
            <a:ext cx="816310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With an approved MC or valid reason, the remaining quiz will count as 100%.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Otherwise, 50% will be deducted for a missed quiz.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both quizzes will result in a </a:t>
            </a:r>
            <a:r>
              <a:rPr lang="en-US" b="1" dirty="0"/>
              <a:t>Fail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49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F5FB-1A46-A380-559C-875168F7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D6BAA4-A993-EC4A-5510-883C8B6D107A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Tips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8F456-9886-C70E-F954-95B8BBB137DA}"/>
              </a:ext>
            </a:extLst>
          </p:cNvPr>
          <p:cNvSpPr txBox="1"/>
          <p:nvPr/>
        </p:nvSpPr>
        <p:spPr>
          <a:xfrm>
            <a:off x="253239" y="657077"/>
            <a:ext cx="8736213" cy="4213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Questions? Please ask the instructors or student helpers.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Please save your work before leaving the lab (OneDrive, email, or USB drive).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Remember to sign out before you leave.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NTULearn</a:t>
            </a:r>
            <a:r>
              <a:rPr lang="en-US" sz="2400" dirty="0">
                <a:solidFill>
                  <a:srgbClr val="FF0000"/>
                </a:solidFill>
              </a:rPr>
              <a:t> may occasionally contain incorrect information; please do not follow it blindly.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Content in Weeks 1–3 is relatively easy. Starting from Week 4, the material becomes more challenging, so please preview the materials before coming to the lab.</a:t>
            </a:r>
          </a:p>
        </p:txBody>
      </p:sp>
    </p:spTree>
    <p:extLst>
      <p:ext uri="{BB962C8B-B14F-4D97-AF65-F5344CB8AC3E}">
        <p14:creationId xmlns:p14="http://schemas.microsoft.com/office/powerpoint/2010/main" val="148353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4E8B1-94F8-70CF-D7E3-4E26EF9E519C}"/>
              </a:ext>
            </a:extLst>
          </p:cNvPr>
          <p:cNvSpPr txBox="1"/>
          <p:nvPr/>
        </p:nvSpPr>
        <p:spPr>
          <a:xfrm>
            <a:off x="1536856" y="67025"/>
            <a:ext cx="6070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Autodesk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ED2E1-E530-EBB8-CDA8-CDB621AAC57F}"/>
              </a:ext>
            </a:extLst>
          </p:cNvPr>
          <p:cNvSpPr txBox="1"/>
          <p:nvPr/>
        </p:nvSpPr>
        <p:spPr>
          <a:xfrm>
            <a:off x="521595" y="850714"/>
            <a:ext cx="8429222" cy="3751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These basics serve as the foundation for later course content.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Make sure you are familiar with the core operations.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altLang="zh-CN" sz="2400" b="1" dirty="0" err="1">
                <a:solidFill>
                  <a:srgbClr val="FF0000"/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-&gt; Follow the </a:t>
            </a:r>
            <a:r>
              <a:rPr lang="en-US" altLang="zh-CN" sz="2400" b="1" dirty="0" err="1">
                <a:solidFill>
                  <a:srgbClr val="FF0000"/>
                </a:solidFill>
              </a:rPr>
              <a:t>Linkedin</a:t>
            </a:r>
            <a:r>
              <a:rPr lang="en-US" altLang="zh-CN" sz="2400" b="1" dirty="0">
                <a:solidFill>
                  <a:srgbClr val="FF0000"/>
                </a:solidFill>
              </a:rPr>
              <a:t> Videos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learn.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Follow the notes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Course Content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 Content &gt; Note-Part 1) on </a:t>
            </a:r>
            <a:r>
              <a:rPr lang="en-US" altLang="zh-C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you do not need to watch all the videos.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Assignments: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E2 – Submission by the end of Week 2.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E3 &amp; E5 – Submission by the end of Week 3.</a:t>
            </a:r>
          </a:p>
        </p:txBody>
      </p:sp>
    </p:spTree>
    <p:extLst>
      <p:ext uri="{BB962C8B-B14F-4D97-AF65-F5344CB8AC3E}">
        <p14:creationId xmlns:p14="http://schemas.microsoft.com/office/powerpoint/2010/main" val="144323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125129" y="73126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Linkedin</a:t>
            </a:r>
            <a:r>
              <a:rPr lang="en-US" sz="2800" dirty="0"/>
              <a:t> Video Access Issue?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D04DD-25EF-CA22-BFA0-FB7F46D1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85" y="625641"/>
            <a:ext cx="4116987" cy="41831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91823-4A3C-5F70-5566-AABF409A5E83}"/>
              </a:ext>
            </a:extLst>
          </p:cNvPr>
          <p:cNvCxnSpPr/>
          <p:nvPr/>
        </p:nvCxnSpPr>
        <p:spPr>
          <a:xfrm flipH="1">
            <a:off x="3387944" y="457200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32FBD-F61F-6A7C-CDA9-1A698B6AC9DF}"/>
              </a:ext>
            </a:extLst>
          </p:cNvPr>
          <p:cNvCxnSpPr/>
          <p:nvPr/>
        </p:nvCxnSpPr>
        <p:spPr>
          <a:xfrm flipH="1">
            <a:off x="6698815" y="3850821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5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987049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495</Words>
  <Application>Microsoft Office PowerPoint</Application>
  <PresentationFormat>On-screen Show (16:9)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31</cp:revision>
  <dcterms:created xsi:type="dcterms:W3CDTF">2017-05-14T01:29:56Z</dcterms:created>
  <dcterms:modified xsi:type="dcterms:W3CDTF">2026-01-11T13:05:19Z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