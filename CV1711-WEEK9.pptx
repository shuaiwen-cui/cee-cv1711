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3"/>
  </p:handoutMasterIdLst>
  <p:sldIdLst>
    <p:sldId id="259" r:id="rId5"/>
    <p:sldId id="305" r:id="rId6"/>
    <p:sldId id="308" r:id="rId7"/>
    <p:sldId id="306" r:id="rId8"/>
    <p:sldId id="309" r:id="rId9"/>
    <p:sldId id="307" r:id="rId10"/>
    <p:sldId id="310" r:id="rId11"/>
    <p:sldId id="304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CE6F2"/>
    <a:srgbClr val="AED5A2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C25D58-B7AD-4B32-8F6F-BAC06FEA3DC5}" v="20" dt="2026-03-16T11:45:40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22" autoAdjust="0"/>
    <p:restoredTop sz="94765"/>
  </p:normalViewPr>
  <p:slideViewPr>
    <p:cSldViewPr snapToGrid="0" snapToObjects="1">
      <p:cViewPr varScale="1">
        <p:scale>
          <a:sx n="194" d="100"/>
          <a:sy n="194" d="100"/>
        </p:scale>
        <p:origin x="732" y="1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CUI SHUAIWEN#" userId="35a196ea-bcb8-475e-86cf-0b9eaca8a48f" providerId="ADAL" clId="{4D8D382B-DDFF-455F-B5ED-E854E938891F}"/>
    <pc:docChg chg="undo custSel addSld delSld modSld sldOrd">
      <pc:chgData name="#CUI SHUAIWEN#" userId="35a196ea-bcb8-475e-86cf-0b9eaca8a48f" providerId="ADAL" clId="{4D8D382B-DDFF-455F-B5ED-E854E938891F}" dt="2026-03-16T11:50:35.237" v="1086" actId="1076"/>
      <pc:docMkLst>
        <pc:docMk/>
      </pc:docMkLst>
      <pc:sldChg chg="addSp delSp modSp del mod">
        <pc:chgData name="#CUI SHUAIWEN#" userId="35a196ea-bcb8-475e-86cf-0b9eaca8a48f" providerId="ADAL" clId="{4D8D382B-DDFF-455F-B5ED-E854E938891F}" dt="2026-03-16T11:38:04.614" v="888" actId="47"/>
        <pc:sldMkLst>
          <pc:docMk/>
          <pc:sldMk cId="1444261047" sldId="268"/>
        </pc:sldMkLst>
        <pc:spChg chg="add del mod">
          <ac:chgData name="#CUI SHUAIWEN#" userId="35a196ea-bcb8-475e-86cf-0b9eaca8a48f" providerId="ADAL" clId="{4D8D382B-DDFF-455F-B5ED-E854E938891F}" dt="2026-03-16T11:37:42.443" v="880" actId="478"/>
          <ac:spMkLst>
            <pc:docMk/>
            <pc:sldMk cId="1444261047" sldId="268"/>
            <ac:spMk id="2" creationId="{D0CD6C26-2FD4-EEFE-5DC6-3707E2B6C348}"/>
          </ac:spMkLst>
        </pc:spChg>
        <pc:spChg chg="add del mod">
          <ac:chgData name="#CUI SHUAIWEN#" userId="35a196ea-bcb8-475e-86cf-0b9eaca8a48f" providerId="ADAL" clId="{4D8D382B-DDFF-455F-B5ED-E854E938891F}" dt="2026-03-16T11:37:41.479" v="879" actId="478"/>
          <ac:spMkLst>
            <pc:docMk/>
            <pc:sldMk cId="1444261047" sldId="268"/>
            <ac:spMk id="3" creationId="{D762D3EB-2365-D62C-98EE-2AFBB15F7479}"/>
          </ac:spMkLst>
        </pc:spChg>
        <pc:spChg chg="mod">
          <ac:chgData name="#CUI SHUAIWEN#" userId="35a196ea-bcb8-475e-86cf-0b9eaca8a48f" providerId="ADAL" clId="{4D8D382B-DDFF-455F-B5ED-E854E938891F}" dt="2026-03-16T11:37:38.838" v="878" actId="20577"/>
          <ac:spMkLst>
            <pc:docMk/>
            <pc:sldMk cId="1444261047" sldId="268"/>
            <ac:spMk id="4" creationId="{E5CBC3A0-2B36-47B2-F7C2-6B2DAB24C5B0}"/>
          </ac:spMkLst>
        </pc:spChg>
        <pc:spChg chg="add mod">
          <ac:chgData name="#CUI SHUAIWEN#" userId="35a196ea-bcb8-475e-86cf-0b9eaca8a48f" providerId="ADAL" clId="{4D8D382B-DDFF-455F-B5ED-E854E938891F}" dt="2026-03-16T11:37:46.001" v="881" actId="1076"/>
          <ac:spMkLst>
            <pc:docMk/>
            <pc:sldMk cId="1444261047" sldId="268"/>
            <ac:spMk id="5" creationId="{8515CA29-CD91-1058-6283-3ED0B3361EE1}"/>
          </ac:spMkLst>
        </pc:spChg>
        <pc:spChg chg="add del mod">
          <ac:chgData name="#CUI SHUAIWEN#" userId="35a196ea-bcb8-475e-86cf-0b9eaca8a48f" providerId="ADAL" clId="{4D8D382B-DDFF-455F-B5ED-E854E938891F}" dt="2026-03-16T11:37:47.057" v="882" actId="478"/>
          <ac:spMkLst>
            <pc:docMk/>
            <pc:sldMk cId="1444261047" sldId="268"/>
            <ac:spMk id="6" creationId="{4C970738-3B35-EBC5-9453-FF6ABDF936D4}"/>
          </ac:spMkLst>
        </pc:spChg>
      </pc:sldChg>
      <pc:sldChg chg="addSp delSp modSp add mod">
        <pc:chgData name="#CUI SHUAIWEN#" userId="35a196ea-bcb8-475e-86cf-0b9eaca8a48f" providerId="ADAL" clId="{4D8D382B-DDFF-455F-B5ED-E854E938891F}" dt="2026-03-16T11:50:35.237" v="1086" actId="1076"/>
        <pc:sldMkLst>
          <pc:docMk/>
          <pc:sldMk cId="2224933946" sldId="304"/>
        </pc:sldMkLst>
        <pc:spChg chg="mod">
          <ac:chgData name="#CUI SHUAIWEN#" userId="35a196ea-bcb8-475e-86cf-0b9eaca8a48f" providerId="ADAL" clId="{4D8D382B-DDFF-455F-B5ED-E854E938891F}" dt="2026-03-16T11:50:06.422" v="1075" actId="1076"/>
          <ac:spMkLst>
            <pc:docMk/>
            <pc:sldMk cId="2224933946" sldId="304"/>
            <ac:spMk id="10" creationId="{60DDE0AD-E736-7834-9770-6052B3973F69}"/>
          </ac:spMkLst>
        </pc:spChg>
        <pc:spChg chg="mod">
          <ac:chgData name="#CUI SHUAIWEN#" userId="35a196ea-bcb8-475e-86cf-0b9eaca8a48f" providerId="ADAL" clId="{4D8D382B-DDFF-455F-B5ED-E854E938891F}" dt="2026-03-16T11:50:32.044" v="1085" actId="1076"/>
          <ac:spMkLst>
            <pc:docMk/>
            <pc:sldMk cId="2224933946" sldId="304"/>
            <ac:spMk id="11" creationId="{1F4BC619-0BB6-4377-DAFE-60564F8DE541}"/>
          </ac:spMkLst>
        </pc:spChg>
        <pc:picChg chg="add mod ord">
          <ac:chgData name="#CUI SHUAIWEN#" userId="35a196ea-bcb8-475e-86cf-0b9eaca8a48f" providerId="ADAL" clId="{4D8D382B-DDFF-455F-B5ED-E854E938891F}" dt="2026-03-16T11:50:03.789" v="1074" actId="1076"/>
          <ac:picMkLst>
            <pc:docMk/>
            <pc:sldMk cId="2224933946" sldId="304"/>
            <ac:picMk id="3" creationId="{809C0B16-D457-608F-19EE-36DE146FA094}"/>
          </ac:picMkLst>
        </pc:picChg>
        <pc:picChg chg="add del mod ord">
          <ac:chgData name="#CUI SHUAIWEN#" userId="35a196ea-bcb8-475e-86cf-0b9eaca8a48f" providerId="ADAL" clId="{4D8D382B-DDFF-455F-B5ED-E854E938891F}" dt="2026-03-16T11:49:51.759" v="1068" actId="478"/>
          <ac:picMkLst>
            <pc:docMk/>
            <pc:sldMk cId="2224933946" sldId="304"/>
            <ac:picMk id="5" creationId="{F36B151F-D300-1C62-7C9F-0B98C7FB0183}"/>
          </ac:picMkLst>
        </pc:picChg>
        <pc:picChg chg="add mod ord">
          <ac:chgData name="#CUI SHUAIWEN#" userId="35a196ea-bcb8-475e-86cf-0b9eaca8a48f" providerId="ADAL" clId="{4D8D382B-DDFF-455F-B5ED-E854E938891F}" dt="2026-03-16T11:50:21.322" v="1081" actId="167"/>
          <ac:picMkLst>
            <pc:docMk/>
            <pc:sldMk cId="2224933946" sldId="304"/>
            <ac:picMk id="8" creationId="{B8A90FD0-4827-2E98-7D6B-6D2F7B37892A}"/>
          </ac:picMkLst>
        </pc:picChg>
        <pc:picChg chg="add del mod ord">
          <ac:chgData name="#CUI SHUAIWEN#" userId="35a196ea-bcb8-475e-86cf-0b9eaca8a48f" providerId="ADAL" clId="{4D8D382B-DDFF-455F-B5ED-E854E938891F}" dt="2026-03-16T11:49:52.257" v="1069" actId="478"/>
          <ac:picMkLst>
            <pc:docMk/>
            <pc:sldMk cId="2224933946" sldId="304"/>
            <ac:picMk id="9" creationId="{61D65DAE-7EFF-1C13-A85F-6D64B4FB18E8}"/>
          </ac:picMkLst>
        </pc:picChg>
        <pc:cxnChg chg="mod">
          <ac:chgData name="#CUI SHUAIWEN#" userId="35a196ea-bcb8-475e-86cf-0b9eaca8a48f" providerId="ADAL" clId="{4D8D382B-DDFF-455F-B5ED-E854E938891F}" dt="2026-03-16T11:50:35.237" v="1086" actId="1076"/>
          <ac:cxnSpMkLst>
            <pc:docMk/>
            <pc:sldMk cId="2224933946" sldId="304"/>
            <ac:cxnSpMk id="13" creationId="{384C5E3C-55BB-FCF1-AD31-DE3A0295D844}"/>
          </ac:cxnSpMkLst>
        </pc:cxnChg>
        <pc:cxnChg chg="mod">
          <ac:chgData name="#CUI SHUAIWEN#" userId="35a196ea-bcb8-475e-86cf-0b9eaca8a48f" providerId="ADAL" clId="{4D8D382B-DDFF-455F-B5ED-E854E938891F}" dt="2026-03-16T11:50:29.611" v="1084" actId="1076"/>
          <ac:cxnSpMkLst>
            <pc:docMk/>
            <pc:sldMk cId="2224933946" sldId="304"/>
            <ac:cxnSpMk id="14" creationId="{BFF23151-07FE-30CA-B197-14A5B86422C9}"/>
          </ac:cxnSpMkLst>
        </pc:cxnChg>
      </pc:sldChg>
      <pc:sldChg chg="addSp modSp add mod ord">
        <pc:chgData name="#CUI SHUAIWEN#" userId="35a196ea-bcb8-475e-86cf-0b9eaca8a48f" providerId="ADAL" clId="{4D8D382B-DDFF-455F-B5ED-E854E938891F}" dt="2026-03-16T11:41:41.697" v="998" actId="207"/>
        <pc:sldMkLst>
          <pc:docMk/>
          <pc:sldMk cId="2695943759" sldId="305"/>
        </pc:sldMkLst>
        <pc:spChg chg="mod">
          <ac:chgData name="#CUI SHUAIWEN#" userId="35a196ea-bcb8-475e-86cf-0b9eaca8a48f" providerId="ADAL" clId="{4D8D382B-DDFF-455F-B5ED-E854E938891F}" dt="2026-03-16T11:37:54.301" v="885" actId="20577"/>
          <ac:spMkLst>
            <pc:docMk/>
            <pc:sldMk cId="2695943759" sldId="305"/>
            <ac:spMk id="5" creationId="{6F8064B3-9C88-32BD-004D-C2878E74CF6D}"/>
          </ac:spMkLst>
        </pc:spChg>
        <pc:spChg chg="add mod">
          <ac:chgData name="#CUI SHUAIWEN#" userId="35a196ea-bcb8-475e-86cf-0b9eaca8a48f" providerId="ADAL" clId="{4D8D382B-DDFF-455F-B5ED-E854E938891F}" dt="2026-03-16T11:40:35.359" v="954" actId="1076"/>
          <ac:spMkLst>
            <pc:docMk/>
            <pc:sldMk cId="2695943759" sldId="305"/>
            <ac:spMk id="6" creationId="{6B2C0DE7-3865-A847-0C3D-6B75F86B8A78}"/>
          </ac:spMkLst>
        </pc:spChg>
        <pc:spChg chg="add mod">
          <ac:chgData name="#CUI SHUAIWEN#" userId="35a196ea-bcb8-475e-86cf-0b9eaca8a48f" providerId="ADAL" clId="{4D8D382B-DDFF-455F-B5ED-E854E938891F}" dt="2026-03-16T11:41:41.697" v="998" actId="207"/>
          <ac:spMkLst>
            <pc:docMk/>
            <pc:sldMk cId="2695943759" sldId="305"/>
            <ac:spMk id="7" creationId="{FB6EF83F-B489-7D1A-6DF9-42A1CDDB97EA}"/>
          </ac:spMkLst>
        </pc:spChg>
        <pc:picChg chg="add mod">
          <ac:chgData name="#CUI SHUAIWEN#" userId="35a196ea-bcb8-475e-86cf-0b9eaca8a48f" providerId="ADAL" clId="{4D8D382B-DDFF-455F-B5ED-E854E938891F}" dt="2026-03-16T11:39:55.407" v="913" actId="1076"/>
          <ac:picMkLst>
            <pc:docMk/>
            <pc:sldMk cId="2695943759" sldId="305"/>
            <ac:picMk id="3" creationId="{A8833A72-BC83-9407-9E56-DD4FC80EFCED}"/>
          </ac:picMkLst>
        </pc:picChg>
      </pc:sldChg>
      <pc:sldChg chg="addSp delSp modSp add mod delAnim modAnim">
        <pc:chgData name="#CUI SHUAIWEN#" userId="35a196ea-bcb8-475e-86cf-0b9eaca8a48f" providerId="ADAL" clId="{4D8D382B-DDFF-455F-B5ED-E854E938891F}" dt="2026-03-16T11:42:55.207" v="1045" actId="1076"/>
        <pc:sldMkLst>
          <pc:docMk/>
          <pc:sldMk cId="3271707952" sldId="306"/>
        </pc:sldMkLst>
        <pc:spChg chg="mod">
          <ac:chgData name="#CUI SHUAIWEN#" userId="35a196ea-bcb8-475e-86cf-0b9eaca8a48f" providerId="ADAL" clId="{4D8D382B-DDFF-455F-B5ED-E854E938891F}" dt="2026-03-16T11:38:08.528" v="891" actId="20577"/>
          <ac:spMkLst>
            <pc:docMk/>
            <pc:sldMk cId="3271707952" sldId="306"/>
            <ac:spMk id="5" creationId="{AA58432E-19A3-35C4-C99E-8509559E4E65}"/>
          </ac:spMkLst>
        </pc:spChg>
        <pc:spChg chg="add mod">
          <ac:chgData name="#CUI SHUAIWEN#" userId="35a196ea-bcb8-475e-86cf-0b9eaca8a48f" providerId="ADAL" clId="{4D8D382B-DDFF-455F-B5ED-E854E938891F}" dt="2026-03-16T11:42:55.207" v="1045" actId="1076"/>
          <ac:spMkLst>
            <pc:docMk/>
            <pc:sldMk cId="3271707952" sldId="306"/>
            <ac:spMk id="7" creationId="{8D8FA1DC-3FA0-BD92-EE95-4F82CECDAFE3}"/>
          </ac:spMkLst>
        </pc:spChg>
        <pc:spChg chg="add mod">
          <ac:chgData name="#CUI SHUAIWEN#" userId="35a196ea-bcb8-475e-86cf-0b9eaca8a48f" providerId="ADAL" clId="{4D8D382B-DDFF-455F-B5ED-E854E938891F}" dt="2026-03-16T11:42:55.207" v="1045" actId="1076"/>
          <ac:spMkLst>
            <pc:docMk/>
            <pc:sldMk cId="3271707952" sldId="306"/>
            <ac:spMk id="8" creationId="{C5AA80FA-076F-7069-ABAA-2642F779D471}"/>
          </ac:spMkLst>
        </pc:spChg>
        <pc:picChg chg="add del mod">
          <ac:chgData name="#CUI SHUAIWEN#" userId="35a196ea-bcb8-475e-86cf-0b9eaca8a48f" providerId="ADAL" clId="{4D8D382B-DDFF-455F-B5ED-E854E938891F}" dt="2026-03-16T11:39:13.839" v="901" actId="478"/>
          <ac:picMkLst>
            <pc:docMk/>
            <pc:sldMk cId="3271707952" sldId="306"/>
            <ac:picMk id="2" creationId="{AC57037E-400F-5DA4-900B-0D70F776D5B6}"/>
          </ac:picMkLst>
        </pc:picChg>
        <pc:picChg chg="add mod ord">
          <ac:chgData name="#CUI SHUAIWEN#" userId="35a196ea-bcb8-475e-86cf-0b9eaca8a48f" providerId="ADAL" clId="{4D8D382B-DDFF-455F-B5ED-E854E938891F}" dt="2026-03-16T11:40:54.967" v="962" actId="1076"/>
          <ac:picMkLst>
            <pc:docMk/>
            <pc:sldMk cId="3271707952" sldId="306"/>
            <ac:picMk id="6" creationId="{1A06FB83-782D-D6FB-8324-2F8C953E780A}"/>
          </ac:picMkLst>
        </pc:picChg>
      </pc:sldChg>
      <pc:sldChg chg="addSp modSp add mod">
        <pc:chgData name="#CUI SHUAIWEN#" userId="35a196ea-bcb8-475e-86cf-0b9eaca8a48f" providerId="ADAL" clId="{4D8D382B-DDFF-455F-B5ED-E854E938891F}" dt="2026-03-16T11:42:48.960" v="1044" actId="1076"/>
        <pc:sldMkLst>
          <pc:docMk/>
          <pc:sldMk cId="443795205" sldId="307"/>
        </pc:sldMkLst>
        <pc:spChg chg="mod">
          <ac:chgData name="#CUI SHUAIWEN#" userId="35a196ea-bcb8-475e-86cf-0b9eaca8a48f" providerId="ADAL" clId="{4D8D382B-DDFF-455F-B5ED-E854E938891F}" dt="2026-03-16T11:38:11.653" v="892" actId="20577"/>
          <ac:spMkLst>
            <pc:docMk/>
            <pc:sldMk cId="443795205" sldId="307"/>
            <ac:spMk id="5" creationId="{8384FF65-0D88-BFC1-7CD5-69ABE74C5D30}"/>
          </ac:spMkLst>
        </pc:spChg>
        <pc:spChg chg="add mod">
          <ac:chgData name="#CUI SHUAIWEN#" userId="35a196ea-bcb8-475e-86cf-0b9eaca8a48f" providerId="ADAL" clId="{4D8D382B-DDFF-455F-B5ED-E854E938891F}" dt="2026-03-16T11:42:48.960" v="1044" actId="1076"/>
          <ac:spMkLst>
            <pc:docMk/>
            <pc:sldMk cId="443795205" sldId="307"/>
            <ac:spMk id="6" creationId="{CED22E78-14FA-96CB-EA6C-F24CFDB3E932}"/>
          </ac:spMkLst>
        </pc:spChg>
        <pc:spChg chg="add mod">
          <ac:chgData name="#CUI SHUAIWEN#" userId="35a196ea-bcb8-475e-86cf-0b9eaca8a48f" providerId="ADAL" clId="{4D8D382B-DDFF-455F-B5ED-E854E938891F}" dt="2026-03-16T11:42:48.960" v="1044" actId="1076"/>
          <ac:spMkLst>
            <pc:docMk/>
            <pc:sldMk cId="443795205" sldId="307"/>
            <ac:spMk id="7" creationId="{1B626F9B-D09C-7FDC-DA27-119860AE4430}"/>
          </ac:spMkLst>
        </pc:spChg>
        <pc:picChg chg="add mod">
          <ac:chgData name="#CUI SHUAIWEN#" userId="35a196ea-bcb8-475e-86cf-0b9eaca8a48f" providerId="ADAL" clId="{4D8D382B-DDFF-455F-B5ED-E854E938891F}" dt="2026-03-16T11:42:17.257" v="1011" actId="1076"/>
          <ac:picMkLst>
            <pc:docMk/>
            <pc:sldMk cId="443795205" sldId="307"/>
            <ac:picMk id="3" creationId="{0D8FCA39-745E-7C47-A1ED-935E4CAFF090}"/>
          </ac:picMkLst>
        </pc:picChg>
      </pc:sldChg>
      <pc:sldChg chg="addSp delSp modSp add mod modAnim">
        <pc:chgData name="#CUI SHUAIWEN#" userId="35a196ea-bcb8-475e-86cf-0b9eaca8a48f" providerId="ADAL" clId="{4D8D382B-DDFF-455F-B5ED-E854E938891F}" dt="2026-03-16T11:44:55.761" v="1061" actId="14100"/>
        <pc:sldMkLst>
          <pc:docMk/>
          <pc:sldMk cId="2511984919" sldId="308"/>
        </pc:sldMkLst>
        <pc:spChg chg="del">
          <ac:chgData name="#CUI SHUAIWEN#" userId="35a196ea-bcb8-475e-86cf-0b9eaca8a48f" providerId="ADAL" clId="{4D8D382B-DDFF-455F-B5ED-E854E938891F}" dt="2026-03-16T11:43:18.966" v="1049" actId="478"/>
          <ac:spMkLst>
            <pc:docMk/>
            <pc:sldMk cId="2511984919" sldId="308"/>
            <ac:spMk id="6" creationId="{8BA4C7AA-29F9-0BE8-48BE-C4490D683298}"/>
          </ac:spMkLst>
        </pc:spChg>
        <pc:spChg chg="del">
          <ac:chgData name="#CUI SHUAIWEN#" userId="35a196ea-bcb8-475e-86cf-0b9eaca8a48f" providerId="ADAL" clId="{4D8D382B-DDFF-455F-B5ED-E854E938891F}" dt="2026-03-16T11:43:18.966" v="1049" actId="478"/>
          <ac:spMkLst>
            <pc:docMk/>
            <pc:sldMk cId="2511984919" sldId="308"/>
            <ac:spMk id="7" creationId="{22889849-BA3A-0465-500F-372B19FEC4C9}"/>
          </ac:spMkLst>
        </pc:spChg>
        <pc:picChg chg="add mod">
          <ac:chgData name="#CUI SHUAIWEN#" userId="35a196ea-bcb8-475e-86cf-0b9eaca8a48f" providerId="ADAL" clId="{4D8D382B-DDFF-455F-B5ED-E854E938891F}" dt="2026-03-16T11:44:55.761" v="1061" actId="14100"/>
          <ac:picMkLst>
            <pc:docMk/>
            <pc:sldMk cId="2511984919" sldId="308"/>
            <ac:picMk id="2" creationId="{0BFD1C8A-A893-1273-9C1C-E615FB109179}"/>
          </ac:picMkLst>
        </pc:picChg>
        <pc:picChg chg="del">
          <ac:chgData name="#CUI SHUAIWEN#" userId="35a196ea-bcb8-475e-86cf-0b9eaca8a48f" providerId="ADAL" clId="{4D8D382B-DDFF-455F-B5ED-E854E938891F}" dt="2026-03-16T11:43:18.966" v="1049" actId="478"/>
          <ac:picMkLst>
            <pc:docMk/>
            <pc:sldMk cId="2511984919" sldId="308"/>
            <ac:picMk id="3" creationId="{0C74C0EA-E402-4575-3C9D-D70C87AA66DF}"/>
          </ac:picMkLst>
        </pc:picChg>
      </pc:sldChg>
      <pc:sldChg chg="addSp delSp modSp add mod modAnim">
        <pc:chgData name="#CUI SHUAIWEN#" userId="35a196ea-bcb8-475e-86cf-0b9eaca8a48f" providerId="ADAL" clId="{4D8D382B-DDFF-455F-B5ED-E854E938891F}" dt="2026-03-16T11:45:24.609" v="1064" actId="14100"/>
        <pc:sldMkLst>
          <pc:docMk/>
          <pc:sldMk cId="628454160" sldId="309"/>
        </pc:sldMkLst>
        <pc:spChg chg="del">
          <ac:chgData name="#CUI SHUAIWEN#" userId="35a196ea-bcb8-475e-86cf-0b9eaca8a48f" providerId="ADAL" clId="{4D8D382B-DDFF-455F-B5ED-E854E938891F}" dt="2026-03-16T11:43:23.737" v="1050" actId="478"/>
          <ac:spMkLst>
            <pc:docMk/>
            <pc:sldMk cId="628454160" sldId="309"/>
            <ac:spMk id="7" creationId="{C54E85CB-4F7E-9826-1548-9BAD8040B2F0}"/>
          </ac:spMkLst>
        </pc:spChg>
        <pc:spChg chg="del">
          <ac:chgData name="#CUI SHUAIWEN#" userId="35a196ea-bcb8-475e-86cf-0b9eaca8a48f" providerId="ADAL" clId="{4D8D382B-DDFF-455F-B5ED-E854E938891F}" dt="2026-03-16T11:43:23.737" v="1050" actId="478"/>
          <ac:spMkLst>
            <pc:docMk/>
            <pc:sldMk cId="628454160" sldId="309"/>
            <ac:spMk id="8" creationId="{4C421D6F-34A3-025D-48A3-3C5D01CD5700}"/>
          </ac:spMkLst>
        </pc:spChg>
        <pc:picChg chg="add mod">
          <ac:chgData name="#CUI SHUAIWEN#" userId="35a196ea-bcb8-475e-86cf-0b9eaca8a48f" providerId="ADAL" clId="{4D8D382B-DDFF-455F-B5ED-E854E938891F}" dt="2026-03-16T11:45:24.609" v="1064" actId="14100"/>
          <ac:picMkLst>
            <pc:docMk/>
            <pc:sldMk cId="628454160" sldId="309"/>
            <ac:picMk id="2" creationId="{EE2F089F-9357-7FC2-5BD0-64A4690CDB60}"/>
          </ac:picMkLst>
        </pc:picChg>
        <pc:picChg chg="del">
          <ac:chgData name="#CUI SHUAIWEN#" userId="35a196ea-bcb8-475e-86cf-0b9eaca8a48f" providerId="ADAL" clId="{4D8D382B-DDFF-455F-B5ED-E854E938891F}" dt="2026-03-16T11:43:24.227" v="1051" actId="478"/>
          <ac:picMkLst>
            <pc:docMk/>
            <pc:sldMk cId="628454160" sldId="309"/>
            <ac:picMk id="6" creationId="{B70675F0-ECA4-13E8-A873-0EEEDA31A60C}"/>
          </ac:picMkLst>
        </pc:picChg>
      </pc:sldChg>
      <pc:sldChg chg="addSp delSp modSp add mod modAnim">
        <pc:chgData name="#CUI SHUAIWEN#" userId="35a196ea-bcb8-475e-86cf-0b9eaca8a48f" providerId="ADAL" clId="{4D8D382B-DDFF-455F-B5ED-E854E938891F}" dt="2026-03-16T11:45:44.481" v="1067" actId="14100"/>
        <pc:sldMkLst>
          <pc:docMk/>
          <pc:sldMk cId="982851366" sldId="310"/>
        </pc:sldMkLst>
        <pc:spChg chg="del">
          <ac:chgData name="#CUI SHUAIWEN#" userId="35a196ea-bcb8-475e-86cf-0b9eaca8a48f" providerId="ADAL" clId="{4D8D382B-DDFF-455F-B5ED-E854E938891F}" dt="2026-03-16T11:43:29.157" v="1053" actId="478"/>
          <ac:spMkLst>
            <pc:docMk/>
            <pc:sldMk cId="982851366" sldId="310"/>
            <ac:spMk id="6" creationId="{D51F973F-75C5-92B1-459F-3CCC87BCB4D0}"/>
          </ac:spMkLst>
        </pc:spChg>
        <pc:spChg chg="del">
          <ac:chgData name="#CUI SHUAIWEN#" userId="35a196ea-bcb8-475e-86cf-0b9eaca8a48f" providerId="ADAL" clId="{4D8D382B-DDFF-455F-B5ED-E854E938891F}" dt="2026-03-16T11:43:29.157" v="1053" actId="478"/>
          <ac:spMkLst>
            <pc:docMk/>
            <pc:sldMk cId="982851366" sldId="310"/>
            <ac:spMk id="7" creationId="{E7AFAF69-4A36-8ABE-677E-6CFA4765F10A}"/>
          </ac:spMkLst>
        </pc:spChg>
        <pc:picChg chg="add mod">
          <ac:chgData name="#CUI SHUAIWEN#" userId="35a196ea-bcb8-475e-86cf-0b9eaca8a48f" providerId="ADAL" clId="{4D8D382B-DDFF-455F-B5ED-E854E938891F}" dt="2026-03-16T11:45:44.481" v="1067" actId="14100"/>
          <ac:picMkLst>
            <pc:docMk/>
            <pc:sldMk cId="982851366" sldId="310"/>
            <ac:picMk id="2" creationId="{7AED5681-FD01-D632-133F-0BE2FE9BDB00}"/>
          </ac:picMkLst>
        </pc:picChg>
        <pc:picChg chg="del">
          <ac:chgData name="#CUI SHUAIWEN#" userId="35a196ea-bcb8-475e-86cf-0b9eaca8a48f" providerId="ADAL" clId="{4D8D382B-DDFF-455F-B5ED-E854E938891F}" dt="2026-03-16T11:43:27.357" v="1052" actId="478"/>
          <ac:picMkLst>
            <pc:docMk/>
            <pc:sldMk cId="982851366" sldId="310"/>
            <ac:picMk id="3" creationId="{FAA29E2F-B438-FF99-8995-1F4A803A88C1}"/>
          </ac:picMkLst>
        </pc:picChg>
      </pc:sldChg>
      <pc:sldChg chg="addSp delSp modSp add del mod">
        <pc:chgData name="#CUI SHUAIWEN#" userId="35a196ea-bcb8-475e-86cf-0b9eaca8a48f" providerId="ADAL" clId="{4D8D382B-DDFF-455F-B5ED-E854E938891F}" dt="2026-03-16T11:37:21.773" v="855" actId="47"/>
        <pc:sldMkLst>
          <pc:docMk/>
          <pc:sldMk cId="1599020557" sldId="314"/>
        </pc:sldMkLst>
      </pc:sldChg>
      <pc:sldChg chg="addSp delSp modSp add del mod ord">
        <pc:chgData name="#CUI SHUAIWEN#" userId="35a196ea-bcb8-475e-86cf-0b9eaca8a48f" providerId="ADAL" clId="{4D8D382B-DDFF-455F-B5ED-E854E938891F}" dt="2026-03-16T11:37:20.662" v="854" actId="47"/>
        <pc:sldMkLst>
          <pc:docMk/>
          <pc:sldMk cId="3015054106" sldId="315"/>
        </pc:sldMkLst>
      </pc:sldChg>
      <pc:sldChg chg="addSp delSp modSp add del mod modAnim">
        <pc:chgData name="#CUI SHUAIWEN#" userId="35a196ea-bcb8-475e-86cf-0b9eaca8a48f" providerId="ADAL" clId="{4D8D382B-DDFF-455F-B5ED-E854E938891F}" dt="2026-03-16T11:37:23.327" v="857" actId="47"/>
        <pc:sldMkLst>
          <pc:docMk/>
          <pc:sldMk cId="298011001" sldId="316"/>
        </pc:sldMkLst>
      </pc:sldChg>
      <pc:sldChg chg="addSp delSp modSp add del mod">
        <pc:chgData name="#CUI SHUAIWEN#" userId="35a196ea-bcb8-475e-86cf-0b9eaca8a48f" providerId="ADAL" clId="{4D8D382B-DDFF-455F-B5ED-E854E938891F}" dt="2026-03-16T11:37:22.767" v="856" actId="47"/>
        <pc:sldMkLst>
          <pc:docMk/>
          <pc:sldMk cId="2875505487" sldId="31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3/16/2026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9Cppki7xaQQ?feature=oembe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rcmENMpgGM?feature=oembed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YlWzqpXYXk?feature=oembe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cs typeface="Arial"/>
              </a:rPr>
              <a:t>CV1711 ENGINEERING DRAWING &amp; 3D BUILD </a:t>
            </a:r>
            <a:br>
              <a:rPr lang="en-US" sz="3000" b="1" dirty="0">
                <a:solidFill>
                  <a:schemeClr val="bg1"/>
                </a:solidFill>
                <a:cs typeface="Arial"/>
              </a:rPr>
            </a:br>
            <a:r>
              <a:rPr lang="en-US" sz="3000" b="1" dirty="0">
                <a:solidFill>
                  <a:schemeClr val="bg1"/>
                </a:solidFill>
                <a:cs typeface="Arial"/>
              </a:rPr>
              <a:t>INFO MODEL (LAB)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3103-6AB5-C3AD-490C-82D6BA90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BA3256-6BBB-FE2C-5D19-1CA7D812ADD1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9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064B3-9C88-32BD-004D-C2878E74CF6D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833A72-BC83-9407-9E56-DD4FC80EF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30" y="873238"/>
            <a:ext cx="5579471" cy="38781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2C0DE7-3865-A847-0C3D-6B75F86B8A78}"/>
              </a:ext>
            </a:extLst>
          </p:cNvPr>
          <p:cNvSpPr txBox="1"/>
          <p:nvPr/>
        </p:nvSpPr>
        <p:spPr>
          <a:xfrm>
            <a:off x="6894634" y="1038403"/>
            <a:ext cx="1673726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</a:t>
            </a:r>
            <a:r>
              <a:rPr lang="en-US" altLang="zh-CN" dirty="0"/>
              <a:t>xtrusion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n-US" altLang="zh-CN" dirty="0"/>
              <a:t>weep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Void Sweep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6EF83F-B489-7D1A-6DF9-42A1CDDB97EA}"/>
              </a:ext>
            </a:extLst>
          </p:cNvPr>
          <p:cNvSpPr txBox="1"/>
          <p:nvPr/>
        </p:nvSpPr>
        <p:spPr>
          <a:xfrm>
            <a:off x="6894633" y="3106575"/>
            <a:ext cx="1966907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Path &amp; Profile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943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30A81-BE3D-94FB-C588-9659ABD38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8884FF-F4B5-8DDF-ED3E-F9899FF829F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9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F590A-8BAF-D0A4-0B27-70D2DFF6201A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R5</a:t>
            </a:r>
          </a:p>
        </p:txBody>
      </p:sp>
      <p:pic>
        <p:nvPicPr>
          <p:cNvPr id="2" name="Online Media 1" title="NTU CV1711 REVIT R5">
            <a:hlinkClick r:id="" action="ppaction://media"/>
            <a:extLst>
              <a:ext uri="{FF2B5EF4-FFF2-40B4-BE49-F238E27FC236}">
                <a16:creationId xmlns:a16="http://schemas.microsoft.com/office/drawing/2014/main" id="{0BFD1C8A-A893-1273-9C1C-E615FB10917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98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B4C6-CB8B-2294-FBAC-41CD05F7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06FB83-782D-D6FB-8324-2F8C953E7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275" y="991973"/>
            <a:ext cx="5467298" cy="38503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3408AD-877F-3D22-7F6D-1C47F076ECB3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9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58432E-19A3-35C4-C99E-8509559E4E65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8FA1DC-3FA0-BD92-EE95-4F82CECDAFE3}"/>
              </a:ext>
            </a:extLst>
          </p:cNvPr>
          <p:cNvSpPr txBox="1"/>
          <p:nvPr/>
        </p:nvSpPr>
        <p:spPr>
          <a:xfrm>
            <a:off x="6727074" y="1038403"/>
            <a:ext cx="1673726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</a:t>
            </a:r>
            <a:r>
              <a:rPr lang="en-US" altLang="zh-CN" dirty="0"/>
              <a:t>xtrusion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A80FA-076F-7069-ABAA-2642F779D471}"/>
              </a:ext>
            </a:extLst>
          </p:cNvPr>
          <p:cNvSpPr txBox="1"/>
          <p:nvPr/>
        </p:nvSpPr>
        <p:spPr>
          <a:xfrm>
            <a:off x="6727073" y="2450696"/>
            <a:ext cx="1966907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altLang="zh-CN" dirty="0">
                <a:solidFill>
                  <a:srgbClr val="FF0000"/>
                </a:solidFill>
              </a:rPr>
              <a:t>ymmetry</a:t>
            </a:r>
          </a:p>
        </p:txBody>
      </p:sp>
    </p:spTree>
    <p:extLst>
      <p:ext uri="{BB962C8B-B14F-4D97-AF65-F5344CB8AC3E}">
        <p14:creationId xmlns:p14="http://schemas.microsoft.com/office/powerpoint/2010/main" val="3271707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34B31-5FFD-4235-EE00-7AB5ED9B5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AC3676-1B9A-8837-AD2E-6A7652F8F63A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9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52B8B-D6F0-5CB6-EF5A-54D2D96D87BB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R6</a:t>
            </a:r>
          </a:p>
        </p:txBody>
      </p:sp>
      <p:pic>
        <p:nvPicPr>
          <p:cNvPr id="2" name="Online Media 1" title="NTU CV1711 REVIT R6">
            <a:hlinkClick r:id="" action="ppaction://media"/>
            <a:extLst>
              <a:ext uri="{FF2B5EF4-FFF2-40B4-BE49-F238E27FC236}">
                <a16:creationId xmlns:a16="http://schemas.microsoft.com/office/drawing/2014/main" id="{EE2F089F-9357-7FC2-5BD0-64A4690CDB6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5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AFA15-088D-78B1-1A07-717E318D9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D10B7E-AB8E-607D-016A-CD178B30DF86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9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4FF65-0D88-BFC1-7CD5-69ABE74C5D30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8FCA39-745E-7C47-A1ED-935E4CAFF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26" y="1038289"/>
            <a:ext cx="5443954" cy="37527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D22E78-14FA-96CB-EA6C-F24CFDB3E932}"/>
              </a:ext>
            </a:extLst>
          </p:cNvPr>
          <p:cNvSpPr txBox="1"/>
          <p:nvPr/>
        </p:nvSpPr>
        <p:spPr>
          <a:xfrm>
            <a:off x="6712712" y="1038403"/>
            <a:ext cx="1673726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Sweep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626F9B-D09C-7FDC-DA27-119860AE4430}"/>
              </a:ext>
            </a:extLst>
          </p:cNvPr>
          <p:cNvSpPr txBox="1"/>
          <p:nvPr/>
        </p:nvSpPr>
        <p:spPr>
          <a:xfrm>
            <a:off x="6712711" y="2450696"/>
            <a:ext cx="2249367" cy="1122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Reference Planes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altLang="zh-CN" dirty="0">
                <a:solidFill>
                  <a:srgbClr val="FF0000"/>
                </a:solidFill>
              </a:rPr>
              <a:t>ymmetry</a:t>
            </a:r>
          </a:p>
        </p:txBody>
      </p:sp>
    </p:spTree>
    <p:extLst>
      <p:ext uri="{BB962C8B-B14F-4D97-AF65-F5344CB8AC3E}">
        <p14:creationId xmlns:p14="http://schemas.microsoft.com/office/powerpoint/2010/main" val="443795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ED191-3A1F-F778-AFB8-F0B8EFA5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CA182F-510C-9AC5-FCBE-DD695DBAB093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9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61B726-2800-2785-A59F-4D3E48968A63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R7</a:t>
            </a:r>
          </a:p>
        </p:txBody>
      </p:sp>
      <p:pic>
        <p:nvPicPr>
          <p:cNvPr id="2" name="Online Media 1" title="NTU CV1711 REVIT R7">
            <a:hlinkClick r:id="" action="ppaction://media"/>
            <a:extLst>
              <a:ext uri="{FF2B5EF4-FFF2-40B4-BE49-F238E27FC236}">
                <a16:creationId xmlns:a16="http://schemas.microsoft.com/office/drawing/2014/main" id="{7AED5681-FD01-D632-133F-0BE2FE9BDB0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5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F871-2624-8CA5-10A4-526E2D95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90FD0-4827-2E98-7D6B-6D2F7B37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853" y="644013"/>
            <a:ext cx="1773342" cy="38554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9C0B16-D457-608F-19EE-36DE146FA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143" y="644013"/>
            <a:ext cx="1773342" cy="38554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73A8F5-ABB5-A3BA-9166-9E8B9E2F2407}"/>
              </a:ext>
            </a:extLst>
          </p:cNvPr>
          <p:cNvSpPr txBox="1"/>
          <p:nvPr/>
        </p:nvSpPr>
        <p:spPr>
          <a:xfrm>
            <a:off x="148385" y="89790"/>
            <a:ext cx="453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SCAN TO DOWNLOAD THE SLIDES</a:t>
            </a:r>
            <a:endParaRPr lang="en-SG" sz="1600" dirty="0"/>
          </a:p>
        </p:txBody>
      </p:sp>
      <p:pic>
        <p:nvPicPr>
          <p:cNvPr id="4" name="Picture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5E6AE354-B661-F4AF-8160-66A316454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16" y="1143000"/>
            <a:ext cx="2857500" cy="28575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DDE0AD-E736-7834-9770-6052B3973F69}"/>
              </a:ext>
            </a:extLst>
          </p:cNvPr>
          <p:cNvSpPr/>
          <p:nvPr/>
        </p:nvSpPr>
        <p:spPr>
          <a:xfrm>
            <a:off x="3649133" y="3960130"/>
            <a:ext cx="1032701" cy="2116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F4BC619-0BB6-4377-DAFE-60564F8DE541}"/>
              </a:ext>
            </a:extLst>
          </p:cNvPr>
          <p:cNvSpPr/>
          <p:nvPr/>
        </p:nvSpPr>
        <p:spPr>
          <a:xfrm>
            <a:off x="6648886" y="3242330"/>
            <a:ext cx="1032701" cy="2116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4C5E3C-55BB-FCF1-AD31-DE3A0295D844}"/>
              </a:ext>
            </a:extLst>
          </p:cNvPr>
          <p:cNvCxnSpPr/>
          <p:nvPr/>
        </p:nvCxnSpPr>
        <p:spPr>
          <a:xfrm flipH="1">
            <a:off x="4701184" y="3717108"/>
            <a:ext cx="355833" cy="3386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F23151-07FE-30CA-B197-14A5B86422C9}"/>
              </a:ext>
            </a:extLst>
          </p:cNvPr>
          <p:cNvCxnSpPr/>
          <p:nvPr/>
        </p:nvCxnSpPr>
        <p:spPr>
          <a:xfrm flipH="1">
            <a:off x="7737605" y="3009497"/>
            <a:ext cx="355833" cy="3386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933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A540F8-4ACB-4DC8-920F-A3CE5A42B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66</Words>
  <Application>Microsoft Office PowerPoint</Application>
  <PresentationFormat>On-screen Show (16:9)</PresentationFormat>
  <Paragraphs>23</Paragraphs>
  <Slides>8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CV1711 ENGINEERING DRAWING &amp; 3D BUILD  INFO MODEL (LAB)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#CUI SHUAIWEN#</cp:lastModifiedBy>
  <cp:revision>86</cp:revision>
  <dcterms:created xsi:type="dcterms:W3CDTF">2017-05-14T01:29:56Z</dcterms:created>
  <dcterms:modified xsi:type="dcterms:W3CDTF">2026-03-16T11:50:36Z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