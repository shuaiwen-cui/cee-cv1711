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handoutMasterIdLst>
    <p:handoutMasterId r:id="rId28"/>
  </p:handoutMasterIdLst>
  <p:sldIdLst>
    <p:sldId id="259" r:id="rId5"/>
    <p:sldId id="268" r:id="rId6"/>
    <p:sldId id="301" r:id="rId7"/>
    <p:sldId id="305" r:id="rId8"/>
    <p:sldId id="306" r:id="rId9"/>
    <p:sldId id="302" r:id="rId10"/>
    <p:sldId id="300" r:id="rId11"/>
    <p:sldId id="291" r:id="rId12"/>
    <p:sldId id="269" r:id="rId13"/>
    <p:sldId id="290" r:id="rId14"/>
    <p:sldId id="303" r:id="rId15"/>
    <p:sldId id="292" r:id="rId16"/>
    <p:sldId id="294" r:id="rId17"/>
    <p:sldId id="293" r:id="rId18"/>
    <p:sldId id="295" r:id="rId19"/>
    <p:sldId id="277" r:id="rId20"/>
    <p:sldId id="296" r:id="rId21"/>
    <p:sldId id="279" r:id="rId22"/>
    <p:sldId id="299" r:id="rId23"/>
    <p:sldId id="278" r:id="rId24"/>
    <p:sldId id="297" r:id="rId25"/>
    <p:sldId id="298" r:id="rId26"/>
    <p:sldId id="304" r:id="rId2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E6F2"/>
    <a:srgbClr val="AED5A2"/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ADC0B7F-E69D-4597-AD28-FC395CB652EB}" v="38" dt="2025-10-28T02:23:05.02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277" autoAdjust="0"/>
    <p:restoredTop sz="94765"/>
  </p:normalViewPr>
  <p:slideViewPr>
    <p:cSldViewPr snapToGrid="0" snapToObjects="1">
      <p:cViewPr>
        <p:scale>
          <a:sx n="139" d="100"/>
          <a:sy n="139" d="100"/>
        </p:scale>
        <p:origin x="608" y="576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#CUI SHUAIWEN#" userId="35a196ea-bcb8-475e-86cf-0b9eaca8a48f" providerId="ADAL" clId="{1B38D1F6-6E6F-4B7D-B2D9-3D438733DE02}"/>
    <pc:docChg chg="undo custSel addSld delSld modSld sldOrd">
      <pc:chgData name="#CUI SHUAIWEN#" userId="35a196ea-bcb8-475e-86cf-0b9eaca8a48f" providerId="ADAL" clId="{1B38D1F6-6E6F-4B7D-B2D9-3D438733DE02}" dt="2025-09-09T01:37:07.535" v="1289"/>
      <pc:docMkLst>
        <pc:docMk/>
      </pc:docMkLst>
      <pc:sldChg chg="del">
        <pc:chgData name="#CUI SHUAIWEN#" userId="35a196ea-bcb8-475e-86cf-0b9eaca8a48f" providerId="ADAL" clId="{1B38D1F6-6E6F-4B7D-B2D9-3D438733DE02}" dt="2025-09-03T01:39:46.106" v="81" actId="47"/>
        <pc:sldMkLst>
          <pc:docMk/>
          <pc:sldMk cId="2103376003" sldId="263"/>
        </pc:sldMkLst>
      </pc:sldChg>
      <pc:sldChg chg="del">
        <pc:chgData name="#CUI SHUAIWEN#" userId="35a196ea-bcb8-475e-86cf-0b9eaca8a48f" providerId="ADAL" clId="{1B38D1F6-6E6F-4B7D-B2D9-3D438733DE02}" dt="2025-09-03T01:39:51.328" v="83" actId="47"/>
        <pc:sldMkLst>
          <pc:docMk/>
          <pc:sldMk cId="1903417478" sldId="264"/>
        </pc:sldMkLst>
      </pc:sldChg>
      <pc:sldChg chg="del">
        <pc:chgData name="#CUI SHUAIWEN#" userId="35a196ea-bcb8-475e-86cf-0b9eaca8a48f" providerId="ADAL" clId="{1B38D1F6-6E6F-4B7D-B2D9-3D438733DE02}" dt="2025-09-03T01:39:47.547" v="82" actId="47"/>
        <pc:sldMkLst>
          <pc:docMk/>
          <pc:sldMk cId="3059173418" sldId="265"/>
        </pc:sldMkLst>
      </pc:sldChg>
      <pc:sldChg chg="ord">
        <pc:chgData name="#CUI SHUAIWEN#" userId="35a196ea-bcb8-475e-86cf-0b9eaca8a48f" providerId="ADAL" clId="{1B38D1F6-6E6F-4B7D-B2D9-3D438733DE02}" dt="2025-09-03T01:39:58.491" v="85"/>
        <pc:sldMkLst>
          <pc:docMk/>
          <pc:sldMk cId="741047462" sldId="266"/>
        </pc:sldMkLst>
      </pc:sldChg>
      <pc:sldChg chg="ord">
        <pc:chgData name="#CUI SHUAIWEN#" userId="35a196ea-bcb8-475e-86cf-0b9eaca8a48f" providerId="ADAL" clId="{1B38D1F6-6E6F-4B7D-B2D9-3D438733DE02}" dt="2025-09-03T01:39:58.491" v="85"/>
        <pc:sldMkLst>
          <pc:docMk/>
          <pc:sldMk cId="2663889688" sldId="267"/>
        </pc:sldMkLst>
      </pc:sldChg>
      <pc:sldChg chg="addSp delSp modSp mod ord delAnim modAnim">
        <pc:chgData name="#CUI SHUAIWEN#" userId="35a196ea-bcb8-475e-86cf-0b9eaca8a48f" providerId="ADAL" clId="{1B38D1F6-6E6F-4B7D-B2D9-3D438733DE02}" dt="2025-09-09T01:19:09.852" v="979"/>
        <pc:sldMkLst>
          <pc:docMk/>
          <pc:sldMk cId="1444261047" sldId="268"/>
        </pc:sldMkLst>
      </pc:sldChg>
      <pc:sldChg chg="addSp modSp mod ord">
        <pc:chgData name="#CUI SHUAIWEN#" userId="35a196ea-bcb8-475e-86cf-0b9eaca8a48f" providerId="ADAL" clId="{1B38D1F6-6E6F-4B7D-B2D9-3D438733DE02}" dt="2025-09-09T01:09:58.494" v="784" actId="1076"/>
        <pc:sldMkLst>
          <pc:docMk/>
          <pc:sldMk cId="3817903410" sldId="269"/>
        </pc:sldMkLst>
      </pc:sldChg>
      <pc:sldChg chg="del">
        <pc:chgData name="#CUI SHUAIWEN#" userId="35a196ea-bcb8-475e-86cf-0b9eaca8a48f" providerId="ADAL" clId="{1B38D1F6-6E6F-4B7D-B2D9-3D438733DE02}" dt="2025-09-03T01:39:23.832" v="80" actId="47"/>
        <pc:sldMkLst>
          <pc:docMk/>
          <pc:sldMk cId="3015121604" sldId="273"/>
        </pc:sldMkLst>
      </pc:sldChg>
      <pc:sldChg chg="del">
        <pc:chgData name="#CUI SHUAIWEN#" userId="35a196ea-bcb8-475e-86cf-0b9eaca8a48f" providerId="ADAL" clId="{1B38D1F6-6E6F-4B7D-B2D9-3D438733DE02}" dt="2025-09-03T01:39:22.695" v="79" actId="47"/>
        <pc:sldMkLst>
          <pc:docMk/>
          <pc:sldMk cId="363693390" sldId="274"/>
        </pc:sldMkLst>
      </pc:sldChg>
      <pc:sldChg chg="addSp delSp modSp mod">
        <pc:chgData name="#CUI SHUAIWEN#" userId="35a196ea-bcb8-475e-86cf-0b9eaca8a48f" providerId="ADAL" clId="{1B38D1F6-6E6F-4B7D-B2D9-3D438733DE02}" dt="2025-09-03T04:52:19.214" v="392" actId="478"/>
        <pc:sldMkLst>
          <pc:docMk/>
          <pc:sldMk cId="3148859768" sldId="277"/>
        </pc:sldMkLst>
      </pc:sldChg>
      <pc:sldChg chg="addSp delSp modSp mod">
        <pc:chgData name="#CUI SHUAIWEN#" userId="35a196ea-bcb8-475e-86cf-0b9eaca8a48f" providerId="ADAL" clId="{1B38D1F6-6E6F-4B7D-B2D9-3D438733DE02}" dt="2025-09-03T04:55:08.108" v="424" actId="166"/>
        <pc:sldMkLst>
          <pc:docMk/>
          <pc:sldMk cId="2732387768" sldId="278"/>
        </pc:sldMkLst>
      </pc:sldChg>
      <pc:sldChg chg="addSp delSp modSp mod ord">
        <pc:chgData name="#CUI SHUAIWEN#" userId="35a196ea-bcb8-475e-86cf-0b9eaca8a48f" providerId="ADAL" clId="{1B38D1F6-6E6F-4B7D-B2D9-3D438733DE02}" dt="2025-09-03T05:32:58.204" v="567" actId="167"/>
        <pc:sldMkLst>
          <pc:docMk/>
          <pc:sldMk cId="940724167" sldId="279"/>
        </pc:sldMkLst>
      </pc:sldChg>
      <pc:sldChg chg="addSp modSp mod">
        <pc:chgData name="#CUI SHUAIWEN#" userId="35a196ea-bcb8-475e-86cf-0b9eaca8a48f" providerId="ADAL" clId="{1B38D1F6-6E6F-4B7D-B2D9-3D438733DE02}" dt="2025-09-03T01:36:52.422" v="78" actId="1076"/>
        <pc:sldMkLst>
          <pc:docMk/>
          <pc:sldMk cId="3635646240" sldId="289"/>
        </pc:sldMkLst>
      </pc:sldChg>
      <pc:sldChg chg="addSp modSp mod">
        <pc:chgData name="#CUI SHUAIWEN#" userId="35a196ea-bcb8-475e-86cf-0b9eaca8a48f" providerId="ADAL" clId="{1B38D1F6-6E6F-4B7D-B2D9-3D438733DE02}" dt="2025-09-03T02:25:11.957" v="100" actId="14100"/>
        <pc:sldMkLst>
          <pc:docMk/>
          <pc:sldMk cId="3679089101" sldId="290"/>
        </pc:sldMkLst>
      </pc:sldChg>
      <pc:sldChg chg="addSp modSp mod ord">
        <pc:chgData name="#CUI SHUAIWEN#" userId="35a196ea-bcb8-475e-86cf-0b9eaca8a48f" providerId="ADAL" clId="{1B38D1F6-6E6F-4B7D-B2D9-3D438733DE02}" dt="2025-09-03T02:39:39.283" v="121"/>
        <pc:sldMkLst>
          <pc:docMk/>
          <pc:sldMk cId="2576713322" sldId="291"/>
        </pc:sldMkLst>
      </pc:sldChg>
      <pc:sldChg chg="addSp delSp modSp mod">
        <pc:chgData name="#CUI SHUAIWEN#" userId="35a196ea-bcb8-475e-86cf-0b9eaca8a48f" providerId="ADAL" clId="{1B38D1F6-6E6F-4B7D-B2D9-3D438733DE02}" dt="2025-09-09T01:32:53.336" v="1250" actId="14100"/>
        <pc:sldMkLst>
          <pc:docMk/>
          <pc:sldMk cId="2283426111" sldId="292"/>
        </pc:sldMkLst>
      </pc:sldChg>
      <pc:sldChg chg="addSp delSp modSp mod">
        <pc:chgData name="#CUI SHUAIWEN#" userId="35a196ea-bcb8-475e-86cf-0b9eaca8a48f" providerId="ADAL" clId="{1B38D1F6-6E6F-4B7D-B2D9-3D438733DE02}" dt="2025-09-09T01:33:33.811" v="1270" actId="20577"/>
        <pc:sldMkLst>
          <pc:docMk/>
          <pc:sldMk cId="243491516" sldId="293"/>
        </pc:sldMkLst>
      </pc:sldChg>
      <pc:sldChg chg="addSp delSp modSp add mod">
        <pc:chgData name="#CUI SHUAIWEN#" userId="35a196ea-bcb8-475e-86cf-0b9eaca8a48f" providerId="ADAL" clId="{1B38D1F6-6E6F-4B7D-B2D9-3D438733DE02}" dt="2025-09-09T01:33:09.984" v="1259" actId="20577"/>
        <pc:sldMkLst>
          <pc:docMk/>
          <pc:sldMk cId="980262105" sldId="294"/>
        </pc:sldMkLst>
      </pc:sldChg>
      <pc:sldChg chg="addSp delSp modSp add mod">
        <pc:chgData name="#CUI SHUAIWEN#" userId="35a196ea-bcb8-475e-86cf-0b9eaca8a48f" providerId="ADAL" clId="{1B38D1F6-6E6F-4B7D-B2D9-3D438733DE02}" dt="2025-09-09T01:34:08.327" v="1288" actId="20577"/>
        <pc:sldMkLst>
          <pc:docMk/>
          <pc:sldMk cId="582355745" sldId="295"/>
        </pc:sldMkLst>
      </pc:sldChg>
      <pc:sldChg chg="delSp modSp add mod">
        <pc:chgData name="#CUI SHUAIWEN#" userId="35a196ea-bcb8-475e-86cf-0b9eaca8a48f" providerId="ADAL" clId="{1B38D1F6-6E6F-4B7D-B2D9-3D438733DE02}" dt="2025-09-03T04:52:13.818" v="391" actId="1076"/>
        <pc:sldMkLst>
          <pc:docMk/>
          <pc:sldMk cId="1602438779" sldId="296"/>
        </pc:sldMkLst>
      </pc:sldChg>
      <pc:sldChg chg="addSp delSp modSp add mod">
        <pc:chgData name="#CUI SHUAIWEN#" userId="35a196ea-bcb8-475e-86cf-0b9eaca8a48f" providerId="ADAL" clId="{1B38D1F6-6E6F-4B7D-B2D9-3D438733DE02}" dt="2025-09-03T04:56:17.365" v="470" actId="1076"/>
        <pc:sldMkLst>
          <pc:docMk/>
          <pc:sldMk cId="273653382" sldId="297"/>
        </pc:sldMkLst>
      </pc:sldChg>
      <pc:sldChg chg="addSp modSp add mod">
        <pc:chgData name="#CUI SHUAIWEN#" userId="35a196ea-bcb8-475e-86cf-0b9eaca8a48f" providerId="ADAL" clId="{1B38D1F6-6E6F-4B7D-B2D9-3D438733DE02}" dt="2025-09-03T05:00:11.941" v="508" actId="14100"/>
        <pc:sldMkLst>
          <pc:docMk/>
          <pc:sldMk cId="856398079" sldId="298"/>
        </pc:sldMkLst>
      </pc:sldChg>
      <pc:sldChg chg="addSp modSp add mod">
        <pc:chgData name="#CUI SHUAIWEN#" userId="35a196ea-bcb8-475e-86cf-0b9eaca8a48f" providerId="ADAL" clId="{1B38D1F6-6E6F-4B7D-B2D9-3D438733DE02}" dt="2025-09-03T05:32:49.924" v="564" actId="1076"/>
        <pc:sldMkLst>
          <pc:docMk/>
          <pc:sldMk cId="3704679447" sldId="299"/>
        </pc:sldMkLst>
      </pc:sldChg>
      <pc:sldChg chg="addSp modSp add mod">
        <pc:chgData name="#CUI SHUAIWEN#" userId="35a196ea-bcb8-475e-86cf-0b9eaca8a48f" providerId="ADAL" clId="{1B38D1F6-6E6F-4B7D-B2D9-3D438733DE02}" dt="2025-09-09T01:09:32.625" v="754" actId="1076"/>
        <pc:sldMkLst>
          <pc:docMk/>
          <pc:sldMk cId="3779232994" sldId="300"/>
        </pc:sldMkLst>
      </pc:sldChg>
      <pc:sldChg chg="add">
        <pc:chgData name="#CUI SHUAIWEN#" userId="35a196ea-bcb8-475e-86cf-0b9eaca8a48f" providerId="ADAL" clId="{1B38D1F6-6E6F-4B7D-B2D9-3D438733DE02}" dt="2025-09-09T00:51:17.660" v="592"/>
        <pc:sldMkLst>
          <pc:docMk/>
          <pc:sldMk cId="206254916" sldId="301"/>
        </pc:sldMkLst>
      </pc:sldChg>
      <pc:sldChg chg="addSp delSp modSp add mod delAnim">
        <pc:chgData name="#CUI SHUAIWEN#" userId="35a196ea-bcb8-475e-86cf-0b9eaca8a48f" providerId="ADAL" clId="{1B38D1F6-6E6F-4B7D-B2D9-3D438733DE02}" dt="2025-09-09T01:23:33.332" v="1069" actId="20577"/>
        <pc:sldMkLst>
          <pc:docMk/>
          <pc:sldMk cId="2977683853" sldId="302"/>
        </pc:sldMkLst>
      </pc:sldChg>
      <pc:sldChg chg="addSp delSp modSp add mod modAnim">
        <pc:chgData name="#CUI SHUAIWEN#" userId="35a196ea-bcb8-475e-86cf-0b9eaca8a48f" providerId="ADAL" clId="{1B38D1F6-6E6F-4B7D-B2D9-3D438733DE02}" dt="2025-09-09T01:27:47.684" v="1171" actId="1076"/>
        <pc:sldMkLst>
          <pc:docMk/>
          <pc:sldMk cId="3525409591" sldId="303"/>
        </pc:sldMkLst>
      </pc:sldChg>
      <pc:sldChg chg="add">
        <pc:chgData name="#CUI SHUAIWEN#" userId="35a196ea-bcb8-475e-86cf-0b9eaca8a48f" providerId="ADAL" clId="{1B38D1F6-6E6F-4B7D-B2D9-3D438733DE02}" dt="2025-09-09T01:37:07.535" v="1289"/>
        <pc:sldMkLst>
          <pc:docMk/>
          <pc:sldMk cId="2224933946" sldId="304"/>
        </pc:sldMkLst>
      </pc:sldChg>
    </pc:docChg>
  </pc:docChgLst>
  <pc:docChgLst>
    <pc:chgData name="#CUI SHUAIWEN#" userId="35a196ea-bcb8-475e-86cf-0b9eaca8a48f" providerId="ADAL" clId="{8ADC0B7F-E69D-4597-AD28-FC395CB652EB}"/>
    <pc:docChg chg="custSel addSld modSld sldOrd">
      <pc:chgData name="#CUI SHUAIWEN#" userId="35a196ea-bcb8-475e-86cf-0b9eaca8a48f" providerId="ADAL" clId="{8ADC0B7F-E69D-4597-AD28-FC395CB652EB}" dt="2025-10-14T02:08:51.862" v="522" actId="20577"/>
      <pc:docMkLst>
        <pc:docMk/>
      </pc:docMkLst>
      <pc:sldChg chg="modSp mod ord">
        <pc:chgData name="#CUI SHUAIWEN#" userId="35a196ea-bcb8-475e-86cf-0b9eaca8a48f" providerId="ADAL" clId="{8ADC0B7F-E69D-4597-AD28-FC395CB652EB}" dt="2025-10-14T02:08:51.862" v="522" actId="20577"/>
        <pc:sldMkLst>
          <pc:docMk/>
          <pc:sldMk cId="3998120187" sldId="315"/>
        </pc:sldMkLst>
        <pc:spChg chg="mod">
          <ac:chgData name="#CUI SHUAIWEN#" userId="35a196ea-bcb8-475e-86cf-0b9eaca8a48f" providerId="ADAL" clId="{8ADC0B7F-E69D-4597-AD28-FC395CB652EB}" dt="2025-10-14T02:08:51.862" v="522" actId="20577"/>
          <ac:spMkLst>
            <pc:docMk/>
            <pc:sldMk cId="3998120187" sldId="315"/>
            <ac:spMk id="6" creationId="{62ADE092-3BE9-06B6-E2C7-B2CD8C50F771}"/>
          </ac:spMkLst>
        </pc:spChg>
      </pc:sldChg>
      <pc:sldChg chg="addSp delSp modSp add mod ord">
        <pc:chgData name="#CUI SHUAIWEN#" userId="35a196ea-bcb8-475e-86cf-0b9eaca8a48f" providerId="ADAL" clId="{8ADC0B7F-E69D-4597-AD28-FC395CB652EB}" dt="2025-10-14T02:04:25.860" v="384" actId="1076"/>
        <pc:sldMkLst>
          <pc:docMk/>
          <pc:sldMk cId="684862405" sldId="317"/>
        </pc:sldMkLst>
        <pc:spChg chg="mod">
          <ac:chgData name="#CUI SHUAIWEN#" userId="35a196ea-bcb8-475e-86cf-0b9eaca8a48f" providerId="ADAL" clId="{8ADC0B7F-E69D-4597-AD28-FC395CB652EB}" dt="2025-10-14T01:25:02.696" v="25" actId="20577"/>
          <ac:spMkLst>
            <pc:docMk/>
            <pc:sldMk cId="684862405" sldId="317"/>
            <ac:spMk id="2" creationId="{8829842A-F836-C5D1-BDD9-3FFC2443B7E3}"/>
          </ac:spMkLst>
        </pc:spChg>
        <pc:spChg chg="add mod">
          <ac:chgData name="#CUI SHUAIWEN#" userId="35a196ea-bcb8-475e-86cf-0b9eaca8a48f" providerId="ADAL" clId="{8ADC0B7F-E69D-4597-AD28-FC395CB652EB}" dt="2025-10-14T02:04:25.860" v="384" actId="1076"/>
          <ac:spMkLst>
            <pc:docMk/>
            <pc:sldMk cId="684862405" sldId="317"/>
            <ac:spMk id="3" creationId="{80B32AEC-0628-6204-EA07-6ECCB7704F72}"/>
          </ac:spMkLst>
        </pc:spChg>
        <pc:spChg chg="mod">
          <ac:chgData name="#CUI SHUAIWEN#" userId="35a196ea-bcb8-475e-86cf-0b9eaca8a48f" providerId="ADAL" clId="{8ADC0B7F-E69D-4597-AD28-FC395CB652EB}" dt="2025-10-14T01:54:55.362" v="266" actId="12"/>
          <ac:spMkLst>
            <pc:docMk/>
            <pc:sldMk cId="684862405" sldId="317"/>
            <ac:spMk id="7" creationId="{E5C37909-82EA-1836-73EE-DE59F102FB94}"/>
          </ac:spMkLst>
        </pc:spChg>
      </pc:sldChg>
      <pc:sldChg chg="addSp delSp modSp add mod modAnim">
        <pc:chgData name="#CUI SHUAIWEN#" userId="35a196ea-bcb8-475e-86cf-0b9eaca8a48f" providerId="ADAL" clId="{8ADC0B7F-E69D-4597-AD28-FC395CB652EB}" dt="2025-10-14T02:08:02.618" v="496" actId="1076"/>
        <pc:sldMkLst>
          <pc:docMk/>
          <pc:sldMk cId="1252025687" sldId="318"/>
        </pc:sldMkLst>
        <pc:spChg chg="add mod">
          <ac:chgData name="#CUI SHUAIWEN#" userId="35a196ea-bcb8-475e-86cf-0b9eaca8a48f" providerId="ADAL" clId="{8ADC0B7F-E69D-4597-AD28-FC395CB652EB}" dt="2025-10-14T02:07:54.508" v="493" actId="20577"/>
          <ac:spMkLst>
            <pc:docMk/>
            <pc:sldMk cId="1252025687" sldId="318"/>
            <ac:spMk id="5" creationId="{84F303A5-8898-588D-F6D1-2D24184A5166}"/>
          </ac:spMkLst>
        </pc:spChg>
        <pc:picChg chg="add mod modCrop">
          <ac:chgData name="#CUI SHUAIWEN#" userId="35a196ea-bcb8-475e-86cf-0b9eaca8a48f" providerId="ADAL" clId="{8ADC0B7F-E69D-4597-AD28-FC395CB652EB}" dt="2025-10-14T02:08:02.618" v="496" actId="1076"/>
          <ac:picMkLst>
            <pc:docMk/>
            <pc:sldMk cId="1252025687" sldId="318"/>
            <ac:picMk id="4" creationId="{52345446-DB88-D33C-C6E0-F23F38A116C5}"/>
          </ac:picMkLst>
        </pc:picChg>
      </pc:sldChg>
    </pc:docChg>
  </pc:docChgLst>
  <pc:docChgLst>
    <pc:chgData name="#CUI SHUAIWEN#" userId="35a196ea-bcb8-475e-86cf-0b9eaca8a48f" providerId="ADAL" clId="{EAAB3BE4-FC2B-45A1-A24C-7B1F3E7E4B7A}"/>
    <pc:docChg chg="custSel addSld delSld modSld">
      <pc:chgData name="#CUI SHUAIWEN#" userId="35a196ea-bcb8-475e-86cf-0b9eaca8a48f" providerId="ADAL" clId="{EAAB3BE4-FC2B-45A1-A24C-7B1F3E7E4B7A}" dt="2025-08-26T11:32:00.483" v="909" actId="1076"/>
      <pc:docMkLst>
        <pc:docMk/>
      </pc:docMkLst>
      <pc:sldChg chg="delSp modSp add mod">
        <pc:chgData name="#CUI SHUAIWEN#" userId="35a196ea-bcb8-475e-86cf-0b9eaca8a48f" providerId="ADAL" clId="{EAAB3BE4-FC2B-45A1-A24C-7B1F3E7E4B7A}" dt="2025-08-26T02:18:47.944" v="905" actId="1076"/>
        <pc:sldMkLst>
          <pc:docMk/>
          <pc:sldMk cId="616729318" sldId="261"/>
        </pc:sldMkLst>
      </pc:sldChg>
      <pc:sldChg chg="addSp delSp modSp add mod">
        <pc:chgData name="#CUI SHUAIWEN#" userId="35a196ea-bcb8-475e-86cf-0b9eaca8a48f" providerId="ADAL" clId="{EAAB3BE4-FC2B-45A1-A24C-7B1F3E7E4B7A}" dt="2025-08-25T12:00:14.370" v="136" actId="1076"/>
        <pc:sldMkLst>
          <pc:docMk/>
          <pc:sldMk cId="946053145" sldId="262"/>
        </pc:sldMkLst>
      </pc:sldChg>
      <pc:sldChg chg="addSp delSp modSp add mod">
        <pc:chgData name="#CUI SHUAIWEN#" userId="35a196ea-bcb8-475e-86cf-0b9eaca8a48f" providerId="ADAL" clId="{EAAB3BE4-FC2B-45A1-A24C-7B1F3E7E4B7A}" dt="2025-08-25T12:10:14.600" v="154" actId="1076"/>
        <pc:sldMkLst>
          <pc:docMk/>
          <pc:sldMk cId="2103376003" sldId="263"/>
        </pc:sldMkLst>
      </pc:sldChg>
      <pc:sldChg chg="delSp add mod">
        <pc:chgData name="#CUI SHUAIWEN#" userId="35a196ea-bcb8-475e-86cf-0b9eaca8a48f" providerId="ADAL" clId="{EAAB3BE4-FC2B-45A1-A24C-7B1F3E7E4B7A}" dt="2025-08-25T12:08:59.485" v="140" actId="478"/>
        <pc:sldMkLst>
          <pc:docMk/>
          <pc:sldMk cId="1903417478" sldId="264"/>
        </pc:sldMkLst>
      </pc:sldChg>
      <pc:sldChg chg="addSp delSp modSp add mod">
        <pc:chgData name="#CUI SHUAIWEN#" userId="35a196ea-bcb8-475e-86cf-0b9eaca8a48f" providerId="ADAL" clId="{EAAB3BE4-FC2B-45A1-A24C-7B1F3E7E4B7A}" dt="2025-08-25T12:17:13.012" v="173" actId="1076"/>
        <pc:sldMkLst>
          <pc:docMk/>
          <pc:sldMk cId="3059173418" sldId="265"/>
        </pc:sldMkLst>
      </pc:sldChg>
      <pc:sldChg chg="addSp delSp modSp add mod">
        <pc:chgData name="#CUI SHUAIWEN#" userId="35a196ea-bcb8-475e-86cf-0b9eaca8a48f" providerId="ADAL" clId="{EAAB3BE4-FC2B-45A1-A24C-7B1F3E7E4B7A}" dt="2025-08-26T11:32:00.483" v="909" actId="1076"/>
        <pc:sldMkLst>
          <pc:docMk/>
          <pc:sldMk cId="741047462" sldId="266"/>
        </pc:sldMkLst>
      </pc:sldChg>
      <pc:sldChg chg="add del">
        <pc:chgData name="#CUI SHUAIWEN#" userId="35a196ea-bcb8-475e-86cf-0b9eaca8a48f" providerId="ADAL" clId="{EAAB3BE4-FC2B-45A1-A24C-7B1F3E7E4B7A}" dt="2025-08-25T12:43:23.374" v="415" actId="47"/>
        <pc:sldMkLst>
          <pc:docMk/>
          <pc:sldMk cId="1337408913" sldId="267"/>
        </pc:sldMkLst>
      </pc:sldChg>
      <pc:sldChg chg="delSp modSp add mod">
        <pc:chgData name="#CUI SHUAIWEN#" userId="35a196ea-bcb8-475e-86cf-0b9eaca8a48f" providerId="ADAL" clId="{EAAB3BE4-FC2B-45A1-A24C-7B1F3E7E4B7A}" dt="2025-08-25T12:55:02.614" v="510" actId="1076"/>
        <pc:sldMkLst>
          <pc:docMk/>
          <pc:sldMk cId="2663889688" sldId="267"/>
        </pc:sldMkLst>
      </pc:sldChg>
      <pc:sldChg chg="addSp delSp modSp add mod">
        <pc:chgData name="#CUI SHUAIWEN#" userId="35a196ea-bcb8-475e-86cf-0b9eaca8a48f" providerId="ADAL" clId="{EAAB3BE4-FC2B-45A1-A24C-7B1F3E7E4B7A}" dt="2025-08-25T13:55:34.475" v="553" actId="1076"/>
        <pc:sldMkLst>
          <pc:docMk/>
          <pc:sldMk cId="1444261047" sldId="268"/>
        </pc:sldMkLst>
      </pc:sldChg>
      <pc:sldChg chg="addSp delSp modSp add mod">
        <pc:chgData name="#CUI SHUAIWEN#" userId="35a196ea-bcb8-475e-86cf-0b9eaca8a48f" providerId="ADAL" clId="{EAAB3BE4-FC2B-45A1-A24C-7B1F3E7E4B7A}" dt="2025-08-25T13:56:14.493" v="560" actId="1076"/>
        <pc:sldMkLst>
          <pc:docMk/>
          <pc:sldMk cId="3817903410" sldId="269"/>
        </pc:sldMkLst>
      </pc:sldChg>
    </pc:docChg>
  </pc:docChgLst>
  <pc:docChgLst>
    <pc:chgData name="#CUI SHUAIWEN#" userId="35a196ea-bcb8-475e-86cf-0b9eaca8a48f" providerId="ADAL" clId="{2352CBD9-A54C-488E-9E22-2B1989126505}"/>
    <pc:docChg chg="undo custSel addSld delSld modSld">
      <pc:chgData name="#CUI SHUAIWEN#" userId="35a196ea-bcb8-475e-86cf-0b9eaca8a48f" providerId="ADAL" clId="{2352CBD9-A54C-488E-9E22-2B1989126505}" dt="2025-08-18T06:51:23.212" v="562" actId="1076"/>
      <pc:docMkLst>
        <pc:docMk/>
      </pc:docMkLst>
      <pc:sldChg chg="addSp delSp modSp mod">
        <pc:chgData name="#CUI SHUAIWEN#" userId="35a196ea-bcb8-475e-86cf-0b9eaca8a48f" providerId="ADAL" clId="{2352CBD9-A54C-488E-9E22-2B1989126505}" dt="2025-08-18T06:39:49.470" v="269" actId="20577"/>
        <pc:sldMkLst>
          <pc:docMk/>
          <pc:sldMk cId="3080595037" sldId="257"/>
        </pc:sldMkLst>
      </pc:sldChg>
      <pc:sldChg chg="addSp delSp modSp mod">
        <pc:chgData name="#CUI SHUAIWEN#" userId="35a196ea-bcb8-475e-86cf-0b9eaca8a48f" providerId="ADAL" clId="{2352CBD9-A54C-488E-9E22-2B1989126505}" dt="2025-08-18T06:34:54.191" v="28" actId="478"/>
        <pc:sldMkLst>
          <pc:docMk/>
          <pc:sldMk cId="1897986182" sldId="259"/>
        </pc:sldMkLst>
      </pc:sldChg>
      <pc:sldChg chg="delSp modSp add del mod">
        <pc:chgData name="#CUI SHUAIWEN#" userId="35a196ea-bcb8-475e-86cf-0b9eaca8a48f" providerId="ADAL" clId="{2352CBD9-A54C-488E-9E22-2B1989126505}" dt="2025-08-18T06:39:53.650" v="270" actId="47"/>
        <pc:sldMkLst>
          <pc:docMk/>
          <pc:sldMk cId="632224734" sldId="260"/>
        </pc:sldMkLst>
      </pc:sldChg>
      <pc:sldChg chg="addSp delSp modSp add mod">
        <pc:chgData name="#CUI SHUAIWEN#" userId="35a196ea-bcb8-475e-86cf-0b9eaca8a48f" providerId="ADAL" clId="{2352CBD9-A54C-488E-9E22-2B1989126505}" dt="2025-08-18T06:51:23.212" v="562" actId="1076"/>
        <pc:sldMkLst>
          <pc:docMk/>
          <pc:sldMk cId="4292458085" sldId="260"/>
        </pc:sldMkLst>
      </pc:sldChg>
    </pc:docChg>
  </pc:docChgLst>
  <pc:docChgLst>
    <pc:chgData name="#CUI SHUAIWEN#" userId="35a196ea-bcb8-475e-86cf-0b9eaca8a48f" providerId="ADAL" clId="{4D8D382B-DDFF-455F-B5ED-E854E938891F}"/>
    <pc:docChg chg="undo custSel addSld delSld modSld">
      <pc:chgData name="#CUI SHUAIWEN#" userId="35a196ea-bcb8-475e-86cf-0b9eaca8a48f" providerId="ADAL" clId="{4D8D382B-DDFF-455F-B5ED-E854E938891F}" dt="2025-10-28T02:23:38.600" v="293" actId="47"/>
      <pc:docMkLst>
        <pc:docMk/>
      </pc:docMkLst>
      <pc:sldChg chg="modSp add del mod">
        <pc:chgData name="#CUI SHUAIWEN#" userId="35a196ea-bcb8-475e-86cf-0b9eaca8a48f" providerId="ADAL" clId="{4D8D382B-DDFF-455F-B5ED-E854E938891F}" dt="2025-10-28T02:23:38.600" v="293" actId="47"/>
        <pc:sldMkLst>
          <pc:docMk/>
          <pc:sldMk cId="3465716937" sldId="258"/>
        </pc:sldMkLst>
        <pc:spChg chg="mod">
          <ac:chgData name="#CUI SHUAIWEN#" userId="35a196ea-bcb8-475e-86cf-0b9eaca8a48f" providerId="ADAL" clId="{4D8D382B-DDFF-455F-B5ED-E854E938891F}" dt="2025-10-28T02:23:05.069" v="285" actId="27636"/>
          <ac:spMkLst>
            <pc:docMk/>
            <pc:sldMk cId="3465716937" sldId="258"/>
            <ac:spMk id="4" creationId="{DB1D33A2-2CD9-BF4B-B9DF-3743A6A7E450}"/>
          </ac:spMkLst>
        </pc:spChg>
      </pc:sldChg>
      <pc:sldChg chg="modSp add del mod">
        <pc:chgData name="#CUI SHUAIWEN#" userId="35a196ea-bcb8-475e-86cf-0b9eaca8a48f" providerId="ADAL" clId="{4D8D382B-DDFF-455F-B5ED-E854E938891F}" dt="2025-10-28T02:23:38.600" v="293" actId="47"/>
        <pc:sldMkLst>
          <pc:docMk/>
          <pc:sldMk cId="3337011541" sldId="263"/>
        </pc:sldMkLst>
        <pc:spChg chg="mod">
          <ac:chgData name="#CUI SHUAIWEN#" userId="35a196ea-bcb8-475e-86cf-0b9eaca8a48f" providerId="ADAL" clId="{4D8D382B-DDFF-455F-B5ED-E854E938891F}" dt="2025-10-28T02:23:05.056" v="283" actId="27636"/>
          <ac:spMkLst>
            <pc:docMk/>
            <pc:sldMk cId="3337011541" sldId="263"/>
            <ac:spMk id="2" creationId="{02B18FDE-1141-8FEB-3DC1-4C357CBF5E8B}"/>
          </ac:spMkLst>
        </pc:spChg>
      </pc:sldChg>
      <pc:sldChg chg="modSp add del mod">
        <pc:chgData name="#CUI SHUAIWEN#" userId="35a196ea-bcb8-475e-86cf-0b9eaca8a48f" providerId="ADAL" clId="{4D8D382B-DDFF-455F-B5ED-E854E938891F}" dt="2025-10-28T02:23:38.600" v="293" actId="47"/>
        <pc:sldMkLst>
          <pc:docMk/>
          <pc:sldMk cId="3492187387" sldId="265"/>
        </pc:sldMkLst>
        <pc:spChg chg="mod">
          <ac:chgData name="#CUI SHUAIWEN#" userId="35a196ea-bcb8-475e-86cf-0b9eaca8a48f" providerId="ADAL" clId="{4D8D382B-DDFF-455F-B5ED-E854E938891F}" dt="2025-10-28T02:23:05.084" v="291" actId="27636"/>
          <ac:spMkLst>
            <pc:docMk/>
            <pc:sldMk cId="3492187387" sldId="265"/>
            <ac:spMk id="2" creationId="{39CD7984-ECFE-68B6-BB9C-FE4C2D5A6D48}"/>
          </ac:spMkLst>
        </pc:spChg>
      </pc:sldChg>
      <pc:sldChg chg="addSp modSp">
        <pc:chgData name="#CUI SHUAIWEN#" userId="35a196ea-bcb8-475e-86cf-0b9eaca8a48f" providerId="ADAL" clId="{4D8D382B-DDFF-455F-B5ED-E854E938891F}" dt="2025-10-28T02:22:30.191" v="281"/>
        <pc:sldMkLst>
          <pc:docMk/>
          <pc:sldMk cId="3998120187" sldId="315"/>
        </pc:sldMkLst>
        <pc:spChg chg="add mod">
          <ac:chgData name="#CUI SHUAIWEN#" userId="35a196ea-bcb8-475e-86cf-0b9eaca8a48f" providerId="ADAL" clId="{4D8D382B-DDFF-455F-B5ED-E854E938891F}" dt="2025-10-28T02:22:30.191" v="281"/>
          <ac:spMkLst>
            <pc:docMk/>
            <pc:sldMk cId="3998120187" sldId="315"/>
            <ac:spMk id="2" creationId="{F6572966-8966-5577-A3F5-CEA68EB50839}"/>
          </ac:spMkLst>
        </pc:spChg>
        <pc:spChg chg="add mod">
          <ac:chgData name="#CUI SHUAIWEN#" userId="35a196ea-bcb8-475e-86cf-0b9eaca8a48f" providerId="ADAL" clId="{4D8D382B-DDFF-455F-B5ED-E854E938891F}" dt="2025-10-28T02:22:30.191" v="281"/>
          <ac:spMkLst>
            <pc:docMk/>
            <pc:sldMk cId="3998120187" sldId="315"/>
            <ac:spMk id="4" creationId="{D673A29B-7208-96A5-B9BE-46CC1E715DE7}"/>
          </ac:spMkLst>
        </pc:spChg>
      </pc:sldChg>
      <pc:sldChg chg="addSp delSp modSp add mod delAnim">
        <pc:chgData name="#CUI SHUAIWEN#" userId="35a196ea-bcb8-475e-86cf-0b9eaca8a48f" providerId="ADAL" clId="{4D8D382B-DDFF-455F-B5ED-E854E938891F}" dt="2025-10-21T01:32:49.866" v="110" actId="1076"/>
        <pc:sldMkLst>
          <pc:docMk/>
          <pc:sldMk cId="2401157614" sldId="319"/>
        </pc:sldMkLst>
        <pc:spChg chg="mod">
          <ac:chgData name="#CUI SHUAIWEN#" userId="35a196ea-bcb8-475e-86cf-0b9eaca8a48f" providerId="ADAL" clId="{4D8D382B-DDFF-455F-B5ED-E854E938891F}" dt="2025-10-21T01:29:13.619" v="5" actId="6549"/>
          <ac:spMkLst>
            <pc:docMk/>
            <pc:sldMk cId="2401157614" sldId="319"/>
            <ac:spMk id="2" creationId="{A194C92B-9B0C-2911-2099-98B6972DF7DD}"/>
          </ac:spMkLst>
        </pc:spChg>
        <pc:spChg chg="mod">
          <ac:chgData name="#CUI SHUAIWEN#" userId="35a196ea-bcb8-475e-86cf-0b9eaca8a48f" providerId="ADAL" clId="{4D8D382B-DDFF-455F-B5ED-E854E938891F}" dt="2025-10-21T01:29:45.311" v="50" actId="1076"/>
          <ac:spMkLst>
            <pc:docMk/>
            <pc:sldMk cId="2401157614" sldId="319"/>
            <ac:spMk id="5" creationId="{F0BB78AE-A5CD-CE2C-C7A0-7B47A8C2E1DC}"/>
          </ac:spMkLst>
        </pc:spChg>
        <pc:spChg chg="add">
          <ac:chgData name="#CUI SHUAIWEN#" userId="35a196ea-bcb8-475e-86cf-0b9eaca8a48f" providerId="ADAL" clId="{4D8D382B-DDFF-455F-B5ED-E854E938891F}" dt="2025-10-21T01:31:53.902" v="58" actId="11529"/>
          <ac:spMkLst>
            <pc:docMk/>
            <pc:sldMk cId="2401157614" sldId="319"/>
            <ac:spMk id="7" creationId="{40387F8A-C205-EE81-38C8-FD51E25F1703}"/>
          </ac:spMkLst>
        </pc:spChg>
        <pc:spChg chg="add mod">
          <ac:chgData name="#CUI SHUAIWEN#" userId="35a196ea-bcb8-475e-86cf-0b9eaca8a48f" providerId="ADAL" clId="{4D8D382B-DDFF-455F-B5ED-E854E938891F}" dt="2025-10-21T01:31:58.931" v="60" actId="1076"/>
          <ac:spMkLst>
            <pc:docMk/>
            <pc:sldMk cId="2401157614" sldId="319"/>
            <ac:spMk id="8" creationId="{408B5F82-0650-C39E-AA12-7F8D01DA60CF}"/>
          </ac:spMkLst>
        </pc:spChg>
        <pc:spChg chg="add mod">
          <ac:chgData name="#CUI SHUAIWEN#" userId="35a196ea-bcb8-475e-86cf-0b9eaca8a48f" providerId="ADAL" clId="{4D8D382B-DDFF-455F-B5ED-E854E938891F}" dt="2025-10-21T01:32:15.066" v="86" actId="1076"/>
          <ac:spMkLst>
            <pc:docMk/>
            <pc:sldMk cId="2401157614" sldId="319"/>
            <ac:spMk id="9" creationId="{D29A6DFE-A8B6-7299-BBE5-5D2806D3E405}"/>
          </ac:spMkLst>
        </pc:spChg>
        <pc:spChg chg="add mod">
          <ac:chgData name="#CUI SHUAIWEN#" userId="35a196ea-bcb8-475e-86cf-0b9eaca8a48f" providerId="ADAL" clId="{4D8D382B-DDFF-455F-B5ED-E854E938891F}" dt="2025-10-21T01:32:22.758" v="96"/>
          <ac:spMkLst>
            <pc:docMk/>
            <pc:sldMk cId="2401157614" sldId="319"/>
            <ac:spMk id="10" creationId="{47B54C72-B71D-42B4-0C38-376AE03FEF11}"/>
          </ac:spMkLst>
        </pc:spChg>
        <pc:spChg chg="add mod">
          <ac:chgData name="#CUI SHUAIWEN#" userId="35a196ea-bcb8-475e-86cf-0b9eaca8a48f" providerId="ADAL" clId="{4D8D382B-DDFF-455F-B5ED-E854E938891F}" dt="2025-10-21T01:32:49.866" v="110" actId="1076"/>
          <ac:spMkLst>
            <pc:docMk/>
            <pc:sldMk cId="2401157614" sldId="319"/>
            <ac:spMk id="11" creationId="{7E0E7BFB-6DD8-8DAB-FD41-1E63A6FC0BF3}"/>
          </ac:spMkLst>
        </pc:spChg>
        <pc:picChg chg="add mod ord">
          <ac:chgData name="#CUI SHUAIWEN#" userId="35a196ea-bcb8-475e-86cf-0b9eaca8a48f" providerId="ADAL" clId="{4D8D382B-DDFF-455F-B5ED-E854E938891F}" dt="2025-10-21T01:31:42.105" v="57" actId="1076"/>
          <ac:picMkLst>
            <pc:docMk/>
            <pc:sldMk cId="2401157614" sldId="319"/>
            <ac:picMk id="6" creationId="{4B60D173-5555-4C1D-A1C4-95CC68702676}"/>
          </ac:picMkLst>
        </pc:picChg>
      </pc:sldChg>
      <pc:sldChg chg="addSp delSp modSp add mod">
        <pc:chgData name="#CUI SHUAIWEN#" userId="35a196ea-bcb8-475e-86cf-0b9eaca8a48f" providerId="ADAL" clId="{4D8D382B-DDFF-455F-B5ED-E854E938891F}" dt="2025-10-28T01:00:04.922" v="223" actId="478"/>
        <pc:sldMkLst>
          <pc:docMk/>
          <pc:sldMk cId="2737140562" sldId="320"/>
        </pc:sldMkLst>
        <pc:spChg chg="mod">
          <ac:chgData name="#CUI SHUAIWEN#" userId="35a196ea-bcb8-475e-86cf-0b9eaca8a48f" providerId="ADAL" clId="{4D8D382B-DDFF-455F-B5ED-E854E938891F}" dt="2025-10-28T00:52:10.123" v="112" actId="20577"/>
          <ac:spMkLst>
            <pc:docMk/>
            <pc:sldMk cId="2737140562" sldId="320"/>
            <ac:spMk id="2" creationId="{2428CCD4-FFA0-50D4-C123-3AF414A9F27B}"/>
          </ac:spMkLst>
        </pc:spChg>
        <pc:spChg chg="mod">
          <ac:chgData name="#CUI SHUAIWEN#" userId="35a196ea-bcb8-475e-86cf-0b9eaca8a48f" providerId="ADAL" clId="{4D8D382B-DDFF-455F-B5ED-E854E938891F}" dt="2025-10-28T00:52:12.346" v="113" actId="20577"/>
          <ac:spMkLst>
            <pc:docMk/>
            <pc:sldMk cId="2737140562" sldId="320"/>
            <ac:spMk id="5" creationId="{DD3D9926-D6B4-0DA6-AA8E-A27ED3482108}"/>
          </ac:spMkLst>
        </pc:spChg>
        <pc:spChg chg="del mod">
          <ac:chgData name="#CUI SHUAIWEN#" userId="35a196ea-bcb8-475e-86cf-0b9eaca8a48f" providerId="ADAL" clId="{4D8D382B-DDFF-455F-B5ED-E854E938891F}" dt="2025-10-28T00:57:38.937" v="159" actId="478"/>
          <ac:spMkLst>
            <pc:docMk/>
            <pc:sldMk cId="2737140562" sldId="320"/>
            <ac:spMk id="7" creationId="{4FC8C18E-FAB3-C1AA-0A5C-4D9F4EE8EE9C}"/>
          </ac:spMkLst>
        </pc:spChg>
        <pc:spChg chg="del mod">
          <ac:chgData name="#CUI SHUAIWEN#" userId="35a196ea-bcb8-475e-86cf-0b9eaca8a48f" providerId="ADAL" clId="{4D8D382B-DDFF-455F-B5ED-E854E938891F}" dt="2025-10-28T00:57:38.217" v="158" actId="478"/>
          <ac:spMkLst>
            <pc:docMk/>
            <pc:sldMk cId="2737140562" sldId="320"/>
            <ac:spMk id="8" creationId="{38A25213-3112-28DD-E898-D22B784A1949}"/>
          </ac:spMkLst>
        </pc:spChg>
        <pc:spChg chg="del mod">
          <ac:chgData name="#CUI SHUAIWEN#" userId="35a196ea-bcb8-475e-86cf-0b9eaca8a48f" providerId="ADAL" clId="{4D8D382B-DDFF-455F-B5ED-E854E938891F}" dt="2025-10-28T01:00:04.922" v="223" actId="478"/>
          <ac:spMkLst>
            <pc:docMk/>
            <pc:sldMk cId="2737140562" sldId="320"/>
            <ac:spMk id="9" creationId="{7BAFB112-C6A9-2A77-C035-BCB6FD2E5F14}"/>
          </ac:spMkLst>
        </pc:spChg>
        <pc:spChg chg="mod">
          <ac:chgData name="#CUI SHUAIWEN#" userId="35a196ea-bcb8-475e-86cf-0b9eaca8a48f" providerId="ADAL" clId="{4D8D382B-DDFF-455F-B5ED-E854E938891F}" dt="2025-10-28T00:59:46.900" v="217" actId="20577"/>
          <ac:spMkLst>
            <pc:docMk/>
            <pc:sldMk cId="2737140562" sldId="320"/>
            <ac:spMk id="10" creationId="{D37BE8BA-3491-8E18-2C5F-63724711B75E}"/>
          </ac:spMkLst>
        </pc:spChg>
        <pc:spChg chg="del">
          <ac:chgData name="#CUI SHUAIWEN#" userId="35a196ea-bcb8-475e-86cf-0b9eaca8a48f" providerId="ADAL" clId="{4D8D382B-DDFF-455F-B5ED-E854E938891F}" dt="2025-10-28T00:52:17.400" v="115" actId="478"/>
          <ac:spMkLst>
            <pc:docMk/>
            <pc:sldMk cId="2737140562" sldId="320"/>
            <ac:spMk id="11" creationId="{DE9DDD13-BFE2-669E-5ED2-B6C6E5316313}"/>
          </ac:spMkLst>
        </pc:spChg>
        <pc:spChg chg="add mod">
          <ac:chgData name="#CUI SHUAIWEN#" userId="35a196ea-bcb8-475e-86cf-0b9eaca8a48f" providerId="ADAL" clId="{4D8D382B-DDFF-455F-B5ED-E854E938891F}" dt="2025-10-28T00:59:20.740" v="208" actId="1076"/>
          <ac:spMkLst>
            <pc:docMk/>
            <pc:sldMk cId="2737140562" sldId="320"/>
            <ac:spMk id="22" creationId="{8C79EE53-ABC8-831D-2B7C-CB456D10F2C6}"/>
          </ac:spMkLst>
        </pc:spChg>
        <pc:spChg chg="add mod">
          <ac:chgData name="#CUI SHUAIWEN#" userId="35a196ea-bcb8-475e-86cf-0b9eaca8a48f" providerId="ADAL" clId="{4D8D382B-DDFF-455F-B5ED-E854E938891F}" dt="2025-10-28T00:59:57.632" v="222" actId="20577"/>
          <ac:spMkLst>
            <pc:docMk/>
            <pc:sldMk cId="2737140562" sldId="320"/>
            <ac:spMk id="23" creationId="{15AB7E91-C84D-3C84-5F53-29B26B02EDF8}"/>
          </ac:spMkLst>
        </pc:spChg>
        <pc:picChg chg="add mod">
          <ac:chgData name="#CUI SHUAIWEN#" userId="35a196ea-bcb8-475e-86cf-0b9eaca8a48f" providerId="ADAL" clId="{4D8D382B-DDFF-455F-B5ED-E854E938891F}" dt="2025-10-28T00:54:19.511" v="122" actId="1076"/>
          <ac:picMkLst>
            <pc:docMk/>
            <pc:sldMk cId="2737140562" sldId="320"/>
            <ac:picMk id="4" creationId="{847014FC-C2E2-D34D-49A6-BD07303EE0A6}"/>
          </ac:picMkLst>
        </pc:picChg>
        <pc:picChg chg="del">
          <ac:chgData name="#CUI SHUAIWEN#" userId="35a196ea-bcb8-475e-86cf-0b9eaca8a48f" providerId="ADAL" clId="{4D8D382B-DDFF-455F-B5ED-E854E938891F}" dt="2025-10-28T00:52:16.167" v="114" actId="478"/>
          <ac:picMkLst>
            <pc:docMk/>
            <pc:sldMk cId="2737140562" sldId="320"/>
            <ac:picMk id="6" creationId="{8CF12207-5ABE-2CD0-F589-C2F1E4B32030}"/>
          </ac:picMkLst>
        </pc:picChg>
        <pc:picChg chg="add mod">
          <ac:chgData name="#CUI SHUAIWEN#" userId="35a196ea-bcb8-475e-86cf-0b9eaca8a48f" providerId="ADAL" clId="{4D8D382B-DDFF-455F-B5ED-E854E938891F}" dt="2025-10-28T00:58:20.660" v="172" actId="1076"/>
          <ac:picMkLst>
            <pc:docMk/>
            <pc:sldMk cId="2737140562" sldId="320"/>
            <ac:picMk id="13" creationId="{BEFC933C-28E1-06C8-5617-389D91734534}"/>
          </ac:picMkLst>
        </pc:picChg>
        <pc:picChg chg="add del mod">
          <ac:chgData name="#CUI SHUAIWEN#" userId="35a196ea-bcb8-475e-86cf-0b9eaca8a48f" providerId="ADAL" clId="{4D8D382B-DDFF-455F-B5ED-E854E938891F}" dt="2025-10-28T00:56:47.184" v="138" actId="478"/>
          <ac:picMkLst>
            <pc:docMk/>
            <pc:sldMk cId="2737140562" sldId="320"/>
            <ac:picMk id="15" creationId="{41408CD2-B7C3-FE00-7CDA-5EC00F2757A8}"/>
          </ac:picMkLst>
        </pc:picChg>
        <pc:picChg chg="add mod ord">
          <ac:chgData name="#CUI SHUAIWEN#" userId="35a196ea-bcb8-475e-86cf-0b9eaca8a48f" providerId="ADAL" clId="{4D8D382B-DDFF-455F-B5ED-E854E938891F}" dt="2025-10-28T00:58:19.496" v="171" actId="1076"/>
          <ac:picMkLst>
            <pc:docMk/>
            <pc:sldMk cId="2737140562" sldId="320"/>
            <ac:picMk id="17" creationId="{5E02607A-675F-1B6E-D2D5-872992930ABE}"/>
          </ac:picMkLst>
        </pc:picChg>
        <pc:picChg chg="add del mod">
          <ac:chgData name="#CUI SHUAIWEN#" userId="35a196ea-bcb8-475e-86cf-0b9eaca8a48f" providerId="ADAL" clId="{4D8D382B-DDFF-455F-B5ED-E854E938891F}" dt="2025-10-28T00:57:59.742" v="164" actId="478"/>
          <ac:picMkLst>
            <pc:docMk/>
            <pc:sldMk cId="2737140562" sldId="320"/>
            <ac:picMk id="19" creationId="{8969E09C-5597-F01A-15FB-5817F4AC803E}"/>
          </ac:picMkLst>
        </pc:picChg>
        <pc:picChg chg="add mod">
          <ac:chgData name="#CUI SHUAIWEN#" userId="35a196ea-bcb8-475e-86cf-0b9eaca8a48f" providerId="ADAL" clId="{4D8D382B-DDFF-455F-B5ED-E854E938891F}" dt="2025-10-28T00:58:53.063" v="180" actId="1076"/>
          <ac:picMkLst>
            <pc:docMk/>
            <pc:sldMk cId="2737140562" sldId="320"/>
            <ac:picMk id="21" creationId="{2A79AB80-43B4-8BE0-D12D-10F59C345B20}"/>
          </ac:picMkLst>
        </pc:picChg>
      </pc:sldChg>
      <pc:sldChg chg="addSp delSp modSp add mod">
        <pc:chgData name="#CUI SHUAIWEN#" userId="35a196ea-bcb8-475e-86cf-0b9eaca8a48f" providerId="ADAL" clId="{4D8D382B-DDFF-455F-B5ED-E854E938891F}" dt="2025-10-28T02:21:06.971" v="279" actId="1076"/>
        <pc:sldMkLst>
          <pc:docMk/>
          <pc:sldMk cId="3180073989" sldId="321"/>
        </pc:sldMkLst>
        <pc:spChg chg="add mod">
          <ac:chgData name="#CUI SHUAIWEN#" userId="35a196ea-bcb8-475e-86cf-0b9eaca8a48f" providerId="ADAL" clId="{4D8D382B-DDFF-455F-B5ED-E854E938891F}" dt="2025-10-28T02:20:06.210" v="232" actId="1076"/>
          <ac:spMkLst>
            <pc:docMk/>
            <pc:sldMk cId="3180073989" sldId="321"/>
            <ac:spMk id="3" creationId="{A271519B-E2CF-2CB6-BF0C-5B283CE2F6B2}"/>
          </ac:spMkLst>
        </pc:spChg>
        <pc:spChg chg="add mod">
          <ac:chgData name="#CUI SHUAIWEN#" userId="35a196ea-bcb8-475e-86cf-0b9eaca8a48f" providerId="ADAL" clId="{4D8D382B-DDFF-455F-B5ED-E854E938891F}" dt="2025-10-28T02:20:18.179" v="244" actId="20577"/>
          <ac:spMkLst>
            <pc:docMk/>
            <pc:sldMk cId="3180073989" sldId="321"/>
            <ac:spMk id="6" creationId="{8D545D99-36E7-E9E4-67C5-E04F8C00CE45}"/>
          </ac:spMkLst>
        </pc:spChg>
        <pc:spChg chg="add mod">
          <ac:chgData name="#CUI SHUAIWEN#" userId="35a196ea-bcb8-475e-86cf-0b9eaca8a48f" providerId="ADAL" clId="{4D8D382B-DDFF-455F-B5ED-E854E938891F}" dt="2025-10-28T02:20:22.297" v="247" actId="1076"/>
          <ac:spMkLst>
            <pc:docMk/>
            <pc:sldMk cId="3180073989" sldId="321"/>
            <ac:spMk id="7" creationId="{80C4B555-534A-9395-DBDB-33BC60AB744C}"/>
          </ac:spMkLst>
        </pc:spChg>
        <pc:spChg chg="add mod">
          <ac:chgData name="#CUI SHUAIWEN#" userId="35a196ea-bcb8-475e-86cf-0b9eaca8a48f" providerId="ADAL" clId="{4D8D382B-DDFF-455F-B5ED-E854E938891F}" dt="2025-10-28T02:20:24.484" v="248"/>
          <ac:spMkLst>
            <pc:docMk/>
            <pc:sldMk cId="3180073989" sldId="321"/>
            <ac:spMk id="8" creationId="{80D2CA37-87A8-7979-F210-8813C2D4F474}"/>
          </ac:spMkLst>
        </pc:spChg>
        <pc:spChg chg="add mod">
          <ac:chgData name="#CUI SHUAIWEN#" userId="35a196ea-bcb8-475e-86cf-0b9eaca8a48f" providerId="ADAL" clId="{4D8D382B-DDFF-455F-B5ED-E854E938891F}" dt="2025-10-28T02:20:24.484" v="248"/>
          <ac:spMkLst>
            <pc:docMk/>
            <pc:sldMk cId="3180073989" sldId="321"/>
            <ac:spMk id="9" creationId="{49AEE363-B4F2-AA28-8C85-41628F52AD02}"/>
          </ac:spMkLst>
        </pc:spChg>
        <pc:spChg chg="del">
          <ac:chgData name="#CUI SHUAIWEN#" userId="35a196ea-bcb8-475e-86cf-0b9eaca8a48f" providerId="ADAL" clId="{4D8D382B-DDFF-455F-B5ED-E854E938891F}" dt="2025-10-28T02:19:53.788" v="230" actId="478"/>
          <ac:spMkLst>
            <pc:docMk/>
            <pc:sldMk cId="3180073989" sldId="321"/>
            <ac:spMk id="10" creationId="{622A5BB9-0BEC-61C6-20B0-9A02445E4C20}"/>
          </ac:spMkLst>
        </pc:spChg>
        <pc:spChg chg="add mod">
          <ac:chgData name="#CUI SHUAIWEN#" userId="35a196ea-bcb8-475e-86cf-0b9eaca8a48f" providerId="ADAL" clId="{4D8D382B-DDFF-455F-B5ED-E854E938891F}" dt="2025-10-28T02:20:31.191" v="250" actId="1076"/>
          <ac:spMkLst>
            <pc:docMk/>
            <pc:sldMk cId="3180073989" sldId="321"/>
            <ac:spMk id="11" creationId="{5ED7B637-F585-9F57-E655-9DF1A7A53FED}"/>
          </ac:spMkLst>
        </pc:spChg>
        <pc:spChg chg="add mod">
          <ac:chgData name="#CUI SHUAIWEN#" userId="35a196ea-bcb8-475e-86cf-0b9eaca8a48f" providerId="ADAL" clId="{4D8D382B-DDFF-455F-B5ED-E854E938891F}" dt="2025-10-28T02:20:36.610" v="256" actId="20577"/>
          <ac:spMkLst>
            <pc:docMk/>
            <pc:sldMk cId="3180073989" sldId="321"/>
            <ac:spMk id="12" creationId="{5DC5D886-B62B-8355-6582-18C1B3D0835B}"/>
          </ac:spMkLst>
        </pc:spChg>
        <pc:spChg chg="add mod">
          <ac:chgData name="#CUI SHUAIWEN#" userId="35a196ea-bcb8-475e-86cf-0b9eaca8a48f" providerId="ADAL" clId="{4D8D382B-DDFF-455F-B5ED-E854E938891F}" dt="2025-10-28T02:20:43.224" v="258" actId="1076"/>
          <ac:spMkLst>
            <pc:docMk/>
            <pc:sldMk cId="3180073989" sldId="321"/>
            <ac:spMk id="14" creationId="{F6572966-8966-5577-A3F5-CEA68EB50839}"/>
          </ac:spMkLst>
        </pc:spChg>
        <pc:spChg chg="add mod">
          <ac:chgData name="#CUI SHUAIWEN#" userId="35a196ea-bcb8-475e-86cf-0b9eaca8a48f" providerId="ADAL" clId="{4D8D382B-DDFF-455F-B5ED-E854E938891F}" dt="2025-10-28T02:20:47.719" v="264" actId="20577"/>
          <ac:spMkLst>
            <pc:docMk/>
            <pc:sldMk cId="3180073989" sldId="321"/>
            <ac:spMk id="15" creationId="{D673A29B-7208-96A5-B9BE-46CC1E715DE7}"/>
          </ac:spMkLst>
        </pc:spChg>
        <pc:spChg chg="add mod">
          <ac:chgData name="#CUI SHUAIWEN#" userId="35a196ea-bcb8-475e-86cf-0b9eaca8a48f" providerId="ADAL" clId="{4D8D382B-DDFF-455F-B5ED-E854E938891F}" dt="2025-10-28T02:21:06.971" v="279" actId="1076"/>
          <ac:spMkLst>
            <pc:docMk/>
            <pc:sldMk cId="3180073989" sldId="321"/>
            <ac:spMk id="16" creationId="{85BF645E-A157-C471-23DB-5D992983C900}"/>
          </ac:spMkLst>
        </pc:spChg>
        <pc:spChg chg="add mod">
          <ac:chgData name="#CUI SHUAIWEN#" userId="35a196ea-bcb8-475e-86cf-0b9eaca8a48f" providerId="ADAL" clId="{4D8D382B-DDFF-455F-B5ED-E854E938891F}" dt="2025-10-28T02:21:06.971" v="279" actId="1076"/>
          <ac:spMkLst>
            <pc:docMk/>
            <pc:sldMk cId="3180073989" sldId="321"/>
            <ac:spMk id="18" creationId="{5BABA637-F4F8-2559-B8BE-82C9C5E2F991}"/>
          </ac:spMkLst>
        </pc:spChg>
        <pc:spChg chg="del">
          <ac:chgData name="#CUI SHUAIWEN#" userId="35a196ea-bcb8-475e-86cf-0b9eaca8a48f" providerId="ADAL" clId="{4D8D382B-DDFF-455F-B5ED-E854E938891F}" dt="2025-10-28T02:19:50.707" v="227" actId="478"/>
          <ac:spMkLst>
            <pc:docMk/>
            <pc:sldMk cId="3180073989" sldId="321"/>
            <ac:spMk id="22" creationId="{E591B22C-6AE4-C14F-BA2A-48DAA37576F3}"/>
          </ac:spMkLst>
        </pc:spChg>
        <pc:spChg chg="del">
          <ac:chgData name="#CUI SHUAIWEN#" userId="35a196ea-bcb8-475e-86cf-0b9eaca8a48f" providerId="ADAL" clId="{4D8D382B-DDFF-455F-B5ED-E854E938891F}" dt="2025-10-28T02:19:52.393" v="229" actId="478"/>
          <ac:spMkLst>
            <pc:docMk/>
            <pc:sldMk cId="3180073989" sldId="321"/>
            <ac:spMk id="23" creationId="{58EAD773-6DD7-0A06-3D3B-3F9ADDA679DE}"/>
          </ac:spMkLst>
        </pc:spChg>
        <pc:picChg chg="del">
          <ac:chgData name="#CUI SHUAIWEN#" userId="35a196ea-bcb8-475e-86cf-0b9eaca8a48f" providerId="ADAL" clId="{4D8D382B-DDFF-455F-B5ED-E854E938891F}" dt="2025-10-28T02:19:49.420" v="226" actId="478"/>
          <ac:picMkLst>
            <pc:docMk/>
            <pc:sldMk cId="3180073989" sldId="321"/>
            <ac:picMk id="13" creationId="{2E6195C4-4105-0058-BD09-DD7FCB044B84}"/>
          </ac:picMkLst>
        </pc:picChg>
        <pc:picChg chg="del">
          <ac:chgData name="#CUI SHUAIWEN#" userId="35a196ea-bcb8-475e-86cf-0b9eaca8a48f" providerId="ADAL" clId="{4D8D382B-DDFF-455F-B5ED-E854E938891F}" dt="2025-10-28T02:19:51.358" v="228" actId="478"/>
          <ac:picMkLst>
            <pc:docMk/>
            <pc:sldMk cId="3180073989" sldId="321"/>
            <ac:picMk id="17" creationId="{1A42142E-E39B-6106-B021-C4F884EDC1FD}"/>
          </ac:picMkLst>
        </pc:picChg>
        <pc:picChg chg="del">
          <ac:chgData name="#CUI SHUAIWEN#" userId="35a196ea-bcb8-475e-86cf-0b9eaca8a48f" providerId="ADAL" clId="{4D8D382B-DDFF-455F-B5ED-E854E938891F}" dt="2025-10-28T02:19:48.973" v="225" actId="478"/>
          <ac:picMkLst>
            <pc:docMk/>
            <pc:sldMk cId="3180073989" sldId="321"/>
            <ac:picMk id="21" creationId="{82B01F67-4434-CC4F-4704-5F4E594FD2E4}"/>
          </ac:picMkLst>
        </pc:picChg>
      </pc:sldChg>
      <pc:sldChg chg="modSp add del mod">
        <pc:chgData name="#CUI SHUAIWEN#" userId="35a196ea-bcb8-475e-86cf-0b9eaca8a48f" providerId="ADAL" clId="{4D8D382B-DDFF-455F-B5ED-E854E938891F}" dt="2025-10-28T02:23:38.600" v="293" actId="47"/>
        <pc:sldMkLst>
          <pc:docMk/>
          <pc:sldMk cId="1199951631" sldId="322"/>
        </pc:sldMkLst>
        <pc:spChg chg="mod">
          <ac:chgData name="#CUI SHUAIWEN#" userId="35a196ea-bcb8-475e-86cf-0b9eaca8a48f" providerId="ADAL" clId="{4D8D382B-DDFF-455F-B5ED-E854E938891F}" dt="2025-10-28T02:23:05.065" v="284" actId="27636"/>
          <ac:spMkLst>
            <pc:docMk/>
            <pc:sldMk cId="1199951631" sldId="322"/>
            <ac:spMk id="4" creationId="{E512531D-78D3-EFD8-EF53-7A1D28B66B29}"/>
          </ac:spMkLst>
        </pc:spChg>
      </pc:sldChg>
      <pc:sldChg chg="modSp add del mod">
        <pc:chgData name="#CUI SHUAIWEN#" userId="35a196ea-bcb8-475e-86cf-0b9eaca8a48f" providerId="ADAL" clId="{4D8D382B-DDFF-455F-B5ED-E854E938891F}" dt="2025-10-28T02:23:38.600" v="293" actId="47"/>
        <pc:sldMkLst>
          <pc:docMk/>
          <pc:sldMk cId="4183573685" sldId="323"/>
        </pc:sldMkLst>
        <pc:spChg chg="mod">
          <ac:chgData name="#CUI SHUAIWEN#" userId="35a196ea-bcb8-475e-86cf-0b9eaca8a48f" providerId="ADAL" clId="{4D8D382B-DDFF-455F-B5ED-E854E938891F}" dt="2025-10-28T02:23:05.075" v="287" actId="27636"/>
          <ac:spMkLst>
            <pc:docMk/>
            <pc:sldMk cId="4183573685" sldId="323"/>
            <ac:spMk id="2" creationId="{693EFD79-C77A-93DE-A841-5CE2089C1290}"/>
          </ac:spMkLst>
        </pc:spChg>
        <pc:spChg chg="mod">
          <ac:chgData name="#CUI SHUAIWEN#" userId="35a196ea-bcb8-475e-86cf-0b9eaca8a48f" providerId="ADAL" clId="{4D8D382B-DDFF-455F-B5ED-E854E938891F}" dt="2025-10-28T02:23:05.075" v="286" actId="27636"/>
          <ac:spMkLst>
            <pc:docMk/>
            <pc:sldMk cId="4183573685" sldId="323"/>
            <ac:spMk id="3" creationId="{A3E231C3-8088-C43B-FA26-859EB0EEBFCB}"/>
          </ac:spMkLst>
        </pc:spChg>
      </pc:sldChg>
      <pc:sldChg chg="modSp add del mod">
        <pc:chgData name="#CUI SHUAIWEN#" userId="35a196ea-bcb8-475e-86cf-0b9eaca8a48f" providerId="ADAL" clId="{4D8D382B-DDFF-455F-B5ED-E854E938891F}" dt="2025-10-28T02:23:38.600" v="293" actId="47"/>
        <pc:sldMkLst>
          <pc:docMk/>
          <pc:sldMk cId="3709926978" sldId="324"/>
        </pc:sldMkLst>
        <pc:spChg chg="mod">
          <ac:chgData name="#CUI SHUAIWEN#" userId="35a196ea-bcb8-475e-86cf-0b9eaca8a48f" providerId="ADAL" clId="{4D8D382B-DDFF-455F-B5ED-E854E938891F}" dt="2025-10-28T02:23:05.077" v="288" actId="27636"/>
          <ac:spMkLst>
            <pc:docMk/>
            <pc:sldMk cId="3709926978" sldId="324"/>
            <ac:spMk id="2" creationId="{D9D15216-E3E2-FA51-BCF4-CDBFDA815A0C}"/>
          </ac:spMkLst>
        </pc:spChg>
      </pc:sldChg>
      <pc:sldChg chg="modSp add del mod">
        <pc:chgData name="#CUI SHUAIWEN#" userId="35a196ea-bcb8-475e-86cf-0b9eaca8a48f" providerId="ADAL" clId="{4D8D382B-DDFF-455F-B5ED-E854E938891F}" dt="2025-10-28T02:23:38.600" v="293" actId="47"/>
        <pc:sldMkLst>
          <pc:docMk/>
          <pc:sldMk cId="3088910532" sldId="325"/>
        </pc:sldMkLst>
        <pc:spChg chg="mod">
          <ac:chgData name="#CUI SHUAIWEN#" userId="35a196ea-bcb8-475e-86cf-0b9eaca8a48f" providerId="ADAL" clId="{4D8D382B-DDFF-455F-B5ED-E854E938891F}" dt="2025-10-28T02:23:05.079" v="289" actId="27636"/>
          <ac:spMkLst>
            <pc:docMk/>
            <pc:sldMk cId="3088910532" sldId="325"/>
            <ac:spMk id="2" creationId="{4C7255B3-3788-B3C1-4408-444383333B0A}"/>
          </ac:spMkLst>
        </pc:spChg>
      </pc:sldChg>
      <pc:sldChg chg="modSp add del mod">
        <pc:chgData name="#CUI SHUAIWEN#" userId="35a196ea-bcb8-475e-86cf-0b9eaca8a48f" providerId="ADAL" clId="{4D8D382B-DDFF-455F-B5ED-E854E938891F}" dt="2025-10-28T02:23:38.600" v="293" actId="47"/>
        <pc:sldMkLst>
          <pc:docMk/>
          <pc:sldMk cId="2308674396" sldId="326"/>
        </pc:sldMkLst>
        <pc:spChg chg="mod">
          <ac:chgData name="#CUI SHUAIWEN#" userId="35a196ea-bcb8-475e-86cf-0b9eaca8a48f" providerId="ADAL" clId="{4D8D382B-DDFF-455F-B5ED-E854E938891F}" dt="2025-10-28T02:23:05.082" v="290" actId="27636"/>
          <ac:spMkLst>
            <pc:docMk/>
            <pc:sldMk cId="2308674396" sldId="326"/>
            <ac:spMk id="2" creationId="{9F0E94DB-102E-0F68-3BBE-DEF0675EC782}"/>
          </ac:spMkLst>
        </pc:spChg>
      </pc:sldChg>
      <pc:sldChg chg="modSp add del mod">
        <pc:chgData name="#CUI SHUAIWEN#" userId="35a196ea-bcb8-475e-86cf-0b9eaca8a48f" providerId="ADAL" clId="{4D8D382B-DDFF-455F-B5ED-E854E938891F}" dt="2025-10-28T02:23:38.600" v="293" actId="47"/>
        <pc:sldMkLst>
          <pc:docMk/>
          <pc:sldMk cId="3053737023" sldId="327"/>
        </pc:sldMkLst>
        <pc:spChg chg="mod">
          <ac:chgData name="#CUI SHUAIWEN#" userId="35a196ea-bcb8-475e-86cf-0b9eaca8a48f" providerId="ADAL" clId="{4D8D382B-DDFF-455F-B5ED-E854E938891F}" dt="2025-10-28T02:23:05.084" v="292" actId="27636"/>
          <ac:spMkLst>
            <pc:docMk/>
            <pc:sldMk cId="3053737023" sldId="327"/>
            <ac:spMk id="2" creationId="{08AE8757-789A-5D7F-D36F-C5239CB8B147}"/>
          </ac:spMkLst>
        </pc:spChg>
      </pc:sldChg>
    </pc:docChg>
  </pc:docChgLst>
  <pc:docChgLst>
    <pc:chgData name="#CUI SHUAIWEN#" userId="35a196ea-bcb8-475e-86cf-0b9eaca8a48f" providerId="ADAL" clId="{0A963640-DA11-4476-B662-3668F2BBFD10}"/>
    <pc:docChg chg="undo custSel addSld delSld modSld sldOrd">
      <pc:chgData name="#CUI SHUAIWEN#" userId="35a196ea-bcb8-475e-86cf-0b9eaca8a48f" providerId="ADAL" clId="{0A963640-DA11-4476-B662-3668F2BBFD10}" dt="2025-09-16T02:11:24.116" v="1353" actId="20577"/>
      <pc:docMkLst>
        <pc:docMk/>
      </pc:docMkLst>
      <pc:sldChg chg="addSp modSp del mod">
        <pc:chgData name="#CUI SHUAIWEN#" userId="35a196ea-bcb8-475e-86cf-0b9eaca8a48f" providerId="ADAL" clId="{0A963640-DA11-4476-B662-3668F2BBFD10}" dt="2025-09-16T02:08:44.032" v="1283" actId="47"/>
        <pc:sldMkLst>
          <pc:docMk/>
          <pc:sldMk cId="1946571660" sldId="280"/>
        </pc:sldMkLst>
      </pc:sldChg>
      <pc:sldChg chg="addSp delSp modSp add mod">
        <pc:chgData name="#CUI SHUAIWEN#" userId="35a196ea-bcb8-475e-86cf-0b9eaca8a48f" providerId="ADAL" clId="{0A963640-DA11-4476-B662-3668F2BBFD10}" dt="2025-09-16T02:10:14.835" v="1328" actId="20577"/>
        <pc:sldMkLst>
          <pc:docMk/>
          <pc:sldMk cId="368609131" sldId="305"/>
        </pc:sldMkLst>
      </pc:sldChg>
      <pc:sldChg chg="addSp delSp modSp add mod">
        <pc:chgData name="#CUI SHUAIWEN#" userId="35a196ea-bcb8-475e-86cf-0b9eaca8a48f" providerId="ADAL" clId="{0A963640-DA11-4476-B662-3668F2BBFD10}" dt="2025-09-16T02:05:06.695" v="1064"/>
        <pc:sldMkLst>
          <pc:docMk/>
          <pc:sldMk cId="2102464296" sldId="306"/>
        </pc:sldMkLst>
      </pc:sldChg>
      <pc:sldChg chg="addSp delSp modSp add mod ord">
        <pc:chgData name="#CUI SHUAIWEN#" userId="35a196ea-bcb8-475e-86cf-0b9eaca8a48f" providerId="ADAL" clId="{0A963640-DA11-4476-B662-3668F2BBFD10}" dt="2025-09-16T02:09:37.932" v="1299" actId="11529"/>
        <pc:sldMkLst>
          <pc:docMk/>
          <pc:sldMk cId="3511831332" sldId="307"/>
        </pc:sldMkLst>
      </pc:sldChg>
      <pc:sldChg chg="addSp delSp modSp add mod">
        <pc:chgData name="#CUI SHUAIWEN#" userId="35a196ea-bcb8-475e-86cf-0b9eaca8a48f" providerId="ADAL" clId="{0A963640-DA11-4476-B662-3668F2BBFD10}" dt="2025-09-16T02:11:24.116" v="1353" actId="20577"/>
        <pc:sldMkLst>
          <pc:docMk/>
          <pc:sldMk cId="308953199" sldId="308"/>
        </pc:sldMkLst>
      </pc:sldChg>
      <pc:sldChg chg="addSp delSp modSp add mod">
        <pc:chgData name="#CUI SHUAIWEN#" userId="35a196ea-bcb8-475e-86cf-0b9eaca8a48f" providerId="ADAL" clId="{0A963640-DA11-4476-B662-3668F2BBFD10}" dt="2025-09-16T01:49:25.111" v="856" actId="1076"/>
        <pc:sldMkLst>
          <pc:docMk/>
          <pc:sldMk cId="1823350634" sldId="309"/>
        </pc:sldMkLst>
      </pc:sldChg>
      <pc:sldChg chg="addSp delSp modSp add mod">
        <pc:chgData name="#CUI SHUAIWEN#" userId="35a196ea-bcb8-475e-86cf-0b9eaca8a48f" providerId="ADAL" clId="{0A963640-DA11-4476-B662-3668F2BBFD10}" dt="2025-09-16T01:52:48.021" v="910" actId="14100"/>
        <pc:sldMkLst>
          <pc:docMk/>
          <pc:sldMk cId="1422115227" sldId="310"/>
        </pc:sldMkLst>
      </pc:sldChg>
      <pc:sldChg chg="addSp delSp modSp add mod ord">
        <pc:chgData name="#CUI SHUAIWEN#" userId="35a196ea-bcb8-475e-86cf-0b9eaca8a48f" providerId="ADAL" clId="{0A963640-DA11-4476-B662-3668F2BBFD10}" dt="2025-09-16T01:58:01.129" v="999" actId="1076"/>
        <pc:sldMkLst>
          <pc:docMk/>
          <pc:sldMk cId="1696387493" sldId="311"/>
        </pc:sldMkLst>
      </pc:sldChg>
      <pc:sldChg chg="add">
        <pc:chgData name="#CUI SHUAIWEN#" userId="35a196ea-bcb8-475e-86cf-0b9eaca8a48f" providerId="ADAL" clId="{0A963640-DA11-4476-B662-3668F2BBFD10}" dt="2025-09-16T02:10:53.431" v="1329"/>
        <pc:sldMkLst>
          <pc:docMk/>
          <pc:sldMk cId="1959596423" sldId="312"/>
        </pc:sldMkLst>
      </pc:sldChg>
      <pc:sldChg chg="add">
        <pc:chgData name="#CUI SHUAIWEN#" userId="35a196ea-bcb8-475e-86cf-0b9eaca8a48f" providerId="ADAL" clId="{0A963640-DA11-4476-B662-3668F2BBFD10}" dt="2025-09-16T02:11:00.899" v="1330"/>
        <pc:sldMkLst>
          <pc:docMk/>
          <pc:sldMk cId="3309710374" sldId="313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EFC5B3-379E-EF40-A0D2-38E640436CC2}" type="datetimeFigureOut">
              <a:rPr lang="en-US" smtClean="0">
                <a:latin typeface="Arial"/>
              </a:rPr>
              <a:t>2/6/26</a:t>
            </a:fld>
            <a:endParaRPr lang="en-US" dirty="0">
              <a:latin typeface="Arial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29101-7F9C-2D47-B95D-7561785BF174}" type="slidenum">
              <a:rPr lang="en-US" smtClean="0">
                <a:latin typeface="Arial"/>
              </a:rPr>
              <a:t>‹#›</a:t>
            </a:fld>
            <a:endParaRPr lang="en-US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61175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405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94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305176"/>
            <a:ext cx="82296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180035"/>
            <a:ext cx="82296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2/6/26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58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538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9124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871068"/>
            <a:ext cx="4040188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39124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871068"/>
            <a:ext cx="4041775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2/6/26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490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2/6/26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849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2/6/26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485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591463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591464"/>
            <a:ext cx="5111750" cy="40486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593860"/>
            <a:ext cx="3008313" cy="304625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774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2/6/26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99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22724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16896"/>
            <a:ext cx="8229600" cy="2907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9F1CC899-6CEC-9548-B06D-7E1EB6F78CA3}" type="datetimeFigureOut">
              <a:rPr lang="en-US" smtClean="0"/>
              <a:pPr/>
              <a:t>2/6/26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361530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8E6562B1-0B0F-0246-9532-09536BC2AE5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72191"/>
            <a:ext cx="9144000" cy="286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30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8303" y="1189841"/>
            <a:ext cx="5336535" cy="1481170"/>
          </a:xfrm>
        </p:spPr>
        <p:txBody>
          <a:bodyPr>
            <a:normAutofit/>
          </a:bodyPr>
          <a:lstStyle/>
          <a:p>
            <a:r>
              <a:rPr lang="en-US" sz="3000" b="1" dirty="0">
                <a:solidFill>
                  <a:schemeClr val="bg1"/>
                </a:solidFill>
                <a:cs typeface="Arial"/>
              </a:rPr>
              <a:t>CV1711 ENGINEERING DRAWING &amp; 3D BUILD </a:t>
            </a:r>
            <a:br>
              <a:rPr lang="en-US" sz="3000" b="1" dirty="0">
                <a:solidFill>
                  <a:schemeClr val="bg1"/>
                </a:solidFill>
                <a:cs typeface="Arial"/>
              </a:rPr>
            </a:br>
            <a:r>
              <a:rPr lang="en-US" sz="3000" b="1" dirty="0">
                <a:solidFill>
                  <a:schemeClr val="bg1"/>
                </a:solidFill>
                <a:cs typeface="Arial"/>
              </a:rPr>
              <a:t>INFO MODEL (LAB)</a:t>
            </a:r>
          </a:p>
        </p:txBody>
      </p:sp>
    </p:spTree>
    <p:extLst>
      <p:ext uri="{BB962C8B-B14F-4D97-AF65-F5344CB8AC3E}">
        <p14:creationId xmlns:p14="http://schemas.microsoft.com/office/powerpoint/2010/main" val="1897986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7F608-D302-8513-6306-E5E7E4DDA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5CBC3A0-2B36-47B2-F7C2-6B2DAB24C5B0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142DC2-361B-DF45-341F-D86291606981}"/>
              </a:ext>
            </a:extLst>
          </p:cNvPr>
          <p:cNvSpPr txBox="1"/>
          <p:nvPr/>
        </p:nvSpPr>
        <p:spPr>
          <a:xfrm>
            <a:off x="1613365" y="1989925"/>
            <a:ext cx="633377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Very Import, Closely Related to Quiz1, Please Pay Attention!</a:t>
            </a:r>
          </a:p>
        </p:txBody>
      </p:sp>
    </p:spTree>
    <p:extLst>
      <p:ext uri="{BB962C8B-B14F-4D97-AF65-F5344CB8AC3E}">
        <p14:creationId xmlns:p14="http://schemas.microsoft.com/office/powerpoint/2010/main" val="14442610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23862-188E-9C64-5116-B2D6C3482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B421312-0961-EE01-7BE7-66644AB43AD0}"/>
              </a:ext>
            </a:extLst>
          </p:cNvPr>
          <p:cNvGrpSpPr/>
          <p:nvPr/>
        </p:nvGrpSpPr>
        <p:grpSpPr>
          <a:xfrm>
            <a:off x="2505330" y="168441"/>
            <a:ext cx="4012232" cy="4633559"/>
            <a:chOff x="1762866" y="-646885"/>
            <a:chExt cx="5574078" cy="643727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880EAAE-BAA6-A2B2-4B66-008C753710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1837651" y="3026502"/>
              <a:ext cx="2108697" cy="2312320"/>
            </a:xfrm>
            <a:prstGeom prst="rect">
              <a:avLst/>
            </a:prstGeom>
          </p:spPr>
        </p:pic>
        <p:sp>
          <p:nvSpPr>
            <p:cNvPr id="6" name="Speech Bubble: Rectangle 52">
              <a:extLst>
                <a:ext uri="{FF2B5EF4-FFF2-40B4-BE49-F238E27FC236}">
                  <a16:creationId xmlns:a16="http://schemas.microsoft.com/office/drawing/2014/main" id="{5F51AF46-93A5-F808-20DF-77DD3B10FC34}"/>
                </a:ext>
              </a:extLst>
            </p:cNvPr>
            <p:cNvSpPr/>
            <p:nvPr/>
          </p:nvSpPr>
          <p:spPr>
            <a:xfrm>
              <a:off x="1762866" y="3748926"/>
              <a:ext cx="1274770" cy="602638"/>
            </a:xfrm>
            <a:prstGeom prst="wedgeRectCallout">
              <a:avLst>
                <a:gd name="adj1" fmla="val 63753"/>
                <a:gd name="adj2" fmla="val -39015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 dirty="0">
                  <a:solidFill>
                    <a:srgbClr val="FF0000"/>
                  </a:solidFill>
                </a:rPr>
                <a:t>Third Angle Projection</a:t>
              </a:r>
            </a:p>
          </p:txBody>
        </p:sp>
        <p:sp>
          <p:nvSpPr>
            <p:cNvPr id="7" name="Parallelogram 6">
              <a:extLst>
                <a:ext uri="{FF2B5EF4-FFF2-40B4-BE49-F238E27FC236}">
                  <a16:creationId xmlns:a16="http://schemas.microsoft.com/office/drawing/2014/main" id="{3FA7D153-A11D-19A6-4216-F700DA63D0ED}"/>
                </a:ext>
              </a:extLst>
            </p:cNvPr>
            <p:cNvSpPr/>
            <p:nvPr/>
          </p:nvSpPr>
          <p:spPr>
            <a:xfrm rot="16200000">
              <a:off x="2700133" y="702011"/>
              <a:ext cx="5985707" cy="3287915"/>
            </a:xfrm>
            <a:prstGeom prst="parallelogram">
              <a:avLst>
                <a:gd name="adj" fmla="val 50708"/>
              </a:avLst>
            </a:prstGeom>
            <a:solidFill>
              <a:srgbClr val="4EA72E">
                <a:alpha val="50196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E1D60B3C-4497-9565-FBC7-2E55B6F1D3A5}"/>
                </a:ext>
              </a:extLst>
            </p:cNvPr>
            <p:cNvSpPr/>
            <p:nvPr/>
          </p:nvSpPr>
          <p:spPr>
            <a:xfrm rot="16200000" flipV="1">
              <a:off x="2788887" y="2907242"/>
              <a:ext cx="3480279" cy="2286007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F11FFC6-0C89-ABE7-FADF-816D9FE01785}"/>
                </a:ext>
              </a:extLst>
            </p:cNvPr>
            <p:cNvSpPr/>
            <p:nvPr/>
          </p:nvSpPr>
          <p:spPr>
            <a:xfrm rot="9000000" flipV="1">
              <a:off x="2349326" y="1372596"/>
              <a:ext cx="4486946" cy="3248970"/>
            </a:xfrm>
            <a:prstGeom prst="parallelogram">
              <a:avLst>
                <a:gd name="adj" fmla="val 58457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132B998C-D7A5-91AC-3978-74370DC049A7}"/>
                </a:ext>
              </a:extLst>
            </p:cNvPr>
            <p:cNvSpPr/>
            <p:nvPr/>
          </p:nvSpPr>
          <p:spPr>
            <a:xfrm rot="16200000" flipV="1">
              <a:off x="2827948" y="757290"/>
              <a:ext cx="3411685" cy="2276476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1" name="Speech Bubble: Rectangle 51">
              <a:extLst>
                <a:ext uri="{FF2B5EF4-FFF2-40B4-BE49-F238E27FC236}">
                  <a16:creationId xmlns:a16="http://schemas.microsoft.com/office/drawing/2014/main" id="{3B7278A9-DB4A-DFCB-7E3E-BCE14812321D}"/>
                </a:ext>
              </a:extLst>
            </p:cNvPr>
            <p:cNvSpPr/>
            <p:nvPr/>
          </p:nvSpPr>
          <p:spPr>
            <a:xfrm>
              <a:off x="5955162" y="1594209"/>
              <a:ext cx="1274770" cy="602638"/>
            </a:xfrm>
            <a:prstGeom prst="wedgeRectCallout">
              <a:avLst>
                <a:gd name="adj1" fmla="val -38878"/>
                <a:gd name="adj2" fmla="val 71591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 dirty="0">
                  <a:solidFill>
                    <a:srgbClr val="FF0000"/>
                  </a:solidFill>
                </a:rPr>
                <a:t>First Angle Projection</a:t>
              </a: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D32778E-1C9C-3557-46F7-4A6EA3BF09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4238408" y="1452876"/>
              <a:ext cx="2108697" cy="231232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5EF4E61C-2DC8-D7D8-5575-B251755ED934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 </a:t>
            </a:r>
            <a:r>
              <a:rPr lang="en-US" altLang="zh-CN" sz="2800" b="1" dirty="0">
                <a:solidFill>
                  <a:srgbClr val="FF0000"/>
                </a:solidFill>
              </a:rPr>
              <a:t>– Recap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3" name="Parallelogram 2">
            <a:extLst>
              <a:ext uri="{FF2B5EF4-FFF2-40B4-BE49-F238E27FC236}">
                <a16:creationId xmlns:a16="http://schemas.microsoft.com/office/drawing/2014/main" id="{508AD6A7-396C-A94A-939F-9D4E0F5C1A1A}"/>
              </a:ext>
            </a:extLst>
          </p:cNvPr>
          <p:cNvSpPr/>
          <p:nvPr/>
        </p:nvSpPr>
        <p:spPr>
          <a:xfrm rot="16200000">
            <a:off x="1594694" y="2127266"/>
            <a:ext cx="4308523" cy="2366648"/>
          </a:xfrm>
          <a:prstGeom prst="parallelogram">
            <a:avLst>
              <a:gd name="adj" fmla="val 50708"/>
            </a:avLst>
          </a:prstGeom>
          <a:solidFill>
            <a:srgbClr val="4EA72E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549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CFB6812-CE3A-B65B-98C4-AF5105B510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57977"/>
            <a:ext cx="6766560" cy="394762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1743597-5957-2D80-BB0C-7A21357235F5}"/>
              </a:ext>
            </a:extLst>
          </p:cNvPr>
          <p:cNvSpPr txBox="1"/>
          <p:nvPr/>
        </p:nvSpPr>
        <p:spPr>
          <a:xfrm>
            <a:off x="317634" y="168441"/>
            <a:ext cx="91006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 </a:t>
            </a:r>
            <a:r>
              <a:rPr lang="en-US" altLang="zh-CN" sz="2800" b="1" dirty="0">
                <a:solidFill>
                  <a:srgbClr val="FF0000"/>
                </a:solidFill>
              </a:rPr>
              <a:t>– Materials for Self-learning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05F518-7751-0B72-C802-692B22A0A0C9}"/>
              </a:ext>
            </a:extLst>
          </p:cNvPr>
          <p:cNvSpPr/>
          <p:nvPr/>
        </p:nvSpPr>
        <p:spPr>
          <a:xfrm>
            <a:off x="1600200" y="3639312"/>
            <a:ext cx="1143000" cy="38404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C0202E-3E92-820D-7F94-D1C71900F52A}"/>
              </a:ext>
            </a:extLst>
          </p:cNvPr>
          <p:cNvSpPr txBox="1"/>
          <p:nvPr/>
        </p:nvSpPr>
        <p:spPr>
          <a:xfrm>
            <a:off x="1969012" y="2390150"/>
            <a:ext cx="626058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Read this before hands-on exercises!</a:t>
            </a:r>
          </a:p>
          <a:p>
            <a:r>
              <a:rPr lang="en-US" sz="2800" b="1" dirty="0">
                <a:solidFill>
                  <a:srgbClr val="FF0000"/>
                </a:solidFill>
              </a:rPr>
              <a:t>Note there may be a few minor errors!</a:t>
            </a:r>
          </a:p>
        </p:txBody>
      </p:sp>
    </p:spTree>
    <p:extLst>
      <p:ext uri="{BB962C8B-B14F-4D97-AF65-F5344CB8AC3E}">
        <p14:creationId xmlns:p14="http://schemas.microsoft.com/office/powerpoint/2010/main" val="15176047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80B9F-9C6E-D6BB-4362-FBA77D0AF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A171BE2-9B72-DF17-2EFE-CDE687E58EDF}"/>
              </a:ext>
            </a:extLst>
          </p:cNvPr>
          <p:cNvSpPr txBox="1"/>
          <p:nvPr/>
        </p:nvSpPr>
        <p:spPr>
          <a:xfrm>
            <a:off x="317634" y="168441"/>
            <a:ext cx="91006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 </a:t>
            </a:r>
            <a:r>
              <a:rPr lang="en-US" altLang="zh-CN" sz="2800" b="1" dirty="0">
                <a:solidFill>
                  <a:srgbClr val="FF0000"/>
                </a:solidFill>
              </a:rPr>
              <a:t>– Assignments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9E06C2-38AB-DA97-4EA2-E57B8728EF6D}"/>
              </a:ext>
            </a:extLst>
          </p:cNvPr>
          <p:cNvSpPr txBox="1"/>
          <p:nvPr/>
        </p:nvSpPr>
        <p:spPr>
          <a:xfrm>
            <a:off x="317634" y="1494038"/>
            <a:ext cx="583082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FF0000"/>
                </a:solidFill>
              </a:rPr>
              <a:t>Finish – E9, E10, E11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FF0000"/>
                </a:solidFill>
              </a:rPr>
              <a:t>Submission – E10 </a:t>
            </a:r>
          </a:p>
        </p:txBody>
      </p:sp>
    </p:spTree>
    <p:extLst>
      <p:ext uri="{BB962C8B-B14F-4D97-AF65-F5344CB8AC3E}">
        <p14:creationId xmlns:p14="http://schemas.microsoft.com/office/powerpoint/2010/main" val="38433966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CA0F0-F205-4F2D-4D1E-DB10E5E70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E7078B9-99D0-A4B7-4DCA-F901AFBFD1F8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 </a:t>
            </a:r>
            <a:r>
              <a:rPr lang="en-US" altLang="zh-CN" sz="2800" b="1" dirty="0">
                <a:solidFill>
                  <a:srgbClr val="FF0000"/>
                </a:solidFill>
              </a:rPr>
              <a:t>– Terms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E56925-9907-7DC2-4C2A-38F2E85D4B7A}"/>
              </a:ext>
            </a:extLst>
          </p:cNvPr>
          <p:cNvSpPr txBox="1"/>
          <p:nvPr/>
        </p:nvSpPr>
        <p:spPr>
          <a:xfrm>
            <a:off x="571500" y="1113204"/>
            <a:ext cx="77419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First (P</a:t>
            </a:r>
            <a:r>
              <a:rPr lang="en-US" altLang="zh-CN" sz="2400" b="1" dirty="0"/>
              <a:t>rimary</a:t>
            </a:r>
            <a:r>
              <a:rPr lang="en-US" sz="2400" b="1" dirty="0"/>
              <a:t>) Auxiliary Projection:</a:t>
            </a:r>
            <a:r>
              <a:rPr lang="en-US" sz="2400" dirty="0"/>
              <a:t> A view projected onto a plane that is perpendicular to one principal view, used to show an inclined surface in its true size and shape.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6F2959A-CB76-6565-B574-AF8536BF45BE}"/>
              </a:ext>
            </a:extLst>
          </p:cNvPr>
          <p:cNvSpPr txBox="1"/>
          <p:nvPr/>
        </p:nvSpPr>
        <p:spPr>
          <a:xfrm>
            <a:off x="571500" y="2658876"/>
            <a:ext cx="79324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First / P</a:t>
            </a:r>
            <a:r>
              <a:rPr lang="en-US" altLang="zh-CN" sz="2400" b="1" dirty="0"/>
              <a:t>rimary:</a:t>
            </a:r>
            <a:br>
              <a:rPr lang="en-US" sz="2400" dirty="0"/>
            </a:br>
            <a:r>
              <a:rPr lang="en-US" sz="2400" dirty="0"/>
              <a:t>The projection obtained by </a:t>
            </a:r>
            <a:r>
              <a:rPr lang="en-US" sz="2400" b="1" dirty="0">
                <a:solidFill>
                  <a:srgbClr val="FF0000"/>
                </a:solidFill>
              </a:rPr>
              <a:t>rotating once </a:t>
            </a:r>
            <a:r>
              <a:rPr lang="en-US" sz="2400" dirty="0"/>
              <a:t>from a principal view (front, top, or side). </a:t>
            </a:r>
            <a:r>
              <a:rPr lang="en-US" sz="2400" b="1" dirty="0">
                <a:solidFill>
                  <a:srgbClr val="FF0000"/>
                </a:solidFill>
              </a:rPr>
              <a:t>N</a:t>
            </a:r>
            <a:r>
              <a:rPr lang="en-US" altLang="zh-CN" sz="2400" b="1" dirty="0">
                <a:solidFill>
                  <a:srgbClr val="FF0000"/>
                </a:solidFill>
              </a:rPr>
              <a:t>ot</a:t>
            </a:r>
            <a:r>
              <a:rPr lang="en-US" altLang="zh-CN" sz="2400" dirty="0"/>
              <a:t> First Quadrant.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9776838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314B0-58FC-076E-E1AC-B2C806632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E78F3D-4F3C-FCE2-BFE0-19756033B990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 </a:t>
            </a:r>
            <a:r>
              <a:rPr lang="en-US" altLang="zh-CN" sz="2800" b="1" dirty="0">
                <a:solidFill>
                  <a:srgbClr val="FF0000"/>
                </a:solidFill>
              </a:rPr>
              <a:t>– Auxiliary Plan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pic>
        <p:nvPicPr>
          <p:cNvPr id="3" name="Picture 2" descr="A diagram of a geometrical figure&#10;&#10;AI-generated content may be incorrect.">
            <a:extLst>
              <a:ext uri="{FF2B5EF4-FFF2-40B4-BE49-F238E27FC236}">
                <a16:creationId xmlns:a16="http://schemas.microsoft.com/office/drawing/2014/main" id="{CC1AAA08-D7D7-A0EA-4117-460251720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986" y="816495"/>
            <a:ext cx="5364476" cy="377929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EF4576-864C-DCAA-6A10-D63E153E3667}"/>
              </a:ext>
            </a:extLst>
          </p:cNvPr>
          <p:cNvSpPr txBox="1"/>
          <p:nvPr/>
        </p:nvSpPr>
        <p:spPr>
          <a:xfrm>
            <a:off x="5620446" y="712854"/>
            <a:ext cx="3729411" cy="167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Some Kind of Plan: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 – More Like Plan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 – Perpendicular to </a:t>
            </a:r>
            <a:r>
              <a:rPr lang="en-US" b="1" dirty="0">
                <a:solidFill>
                  <a:srgbClr val="FF0000"/>
                </a:solidFill>
              </a:rPr>
              <a:t>Elevation</a:t>
            </a:r>
            <a:r>
              <a:rPr lang="en-US" dirty="0">
                <a:solidFill>
                  <a:srgbClr val="FF0000"/>
                </a:solidFill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37792329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DF533-266C-DA02-0A6C-7C3BBEC63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step&#10;&#10;AI-generated content may be incorrect.">
            <a:extLst>
              <a:ext uri="{FF2B5EF4-FFF2-40B4-BE49-F238E27FC236}">
                <a16:creationId xmlns:a16="http://schemas.microsoft.com/office/drawing/2014/main" id="{0E7AD2AC-E5F6-2B54-319D-C466F1C0D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322" y="430077"/>
            <a:ext cx="6059592" cy="428334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E1BC983-CEB1-62FF-0600-4E0F2FD4C234}"/>
              </a:ext>
            </a:extLst>
          </p:cNvPr>
          <p:cNvSpPr/>
          <p:nvPr/>
        </p:nvSpPr>
        <p:spPr>
          <a:xfrm>
            <a:off x="5639651" y="636862"/>
            <a:ext cx="823386" cy="2503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PLAN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C1DC2A-D7E0-7F96-5519-1C6BFD5772AF}"/>
              </a:ext>
            </a:extLst>
          </p:cNvPr>
          <p:cNvSpPr txBox="1"/>
          <p:nvPr/>
        </p:nvSpPr>
        <p:spPr>
          <a:xfrm>
            <a:off x="5315716" y="4109671"/>
            <a:ext cx="20992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Very Import!</a:t>
            </a:r>
          </a:p>
        </p:txBody>
      </p:sp>
    </p:spTree>
    <p:extLst>
      <p:ext uri="{BB962C8B-B14F-4D97-AF65-F5344CB8AC3E}">
        <p14:creationId xmlns:p14="http://schemas.microsoft.com/office/powerpoint/2010/main" val="25767133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0DD0A-9F67-9A2D-587C-2491444D2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4E36BCA-7263-4043-546F-4FEBEBF17082}"/>
              </a:ext>
            </a:extLst>
          </p:cNvPr>
          <p:cNvSpPr txBox="1"/>
          <p:nvPr/>
        </p:nvSpPr>
        <p:spPr>
          <a:xfrm>
            <a:off x="317633" y="168441"/>
            <a:ext cx="79215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</a:t>
            </a:r>
            <a:r>
              <a:rPr lang="en-US" altLang="zh-CN" sz="2800" b="1" dirty="0">
                <a:solidFill>
                  <a:srgbClr val="FF0000"/>
                </a:solidFill>
              </a:rPr>
              <a:t> – Auxiliary Elevation</a:t>
            </a:r>
            <a:endParaRPr lang="en-US" sz="2800" b="1" dirty="0"/>
          </a:p>
        </p:txBody>
      </p:sp>
      <p:pic>
        <p:nvPicPr>
          <p:cNvPr id="5" name="Picture 4" descr="A diagram of a hexagon and hexagon&#10;&#10;AI-generated content may be incorrect.">
            <a:extLst>
              <a:ext uri="{FF2B5EF4-FFF2-40B4-BE49-F238E27FC236}">
                <a16:creationId xmlns:a16="http://schemas.microsoft.com/office/drawing/2014/main" id="{FF361FA9-8E15-C994-23B1-D3D52C76A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12" y="649301"/>
            <a:ext cx="5514381" cy="390354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C608059-8C49-266A-AA3F-1C8E17A949D4}"/>
              </a:ext>
            </a:extLst>
          </p:cNvPr>
          <p:cNvSpPr txBox="1"/>
          <p:nvPr/>
        </p:nvSpPr>
        <p:spPr>
          <a:xfrm>
            <a:off x="5730557" y="712854"/>
            <a:ext cx="3729411" cy="167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Some Kind of Elevation: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 – More Like Elevation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 – Perpendicular to </a:t>
            </a:r>
            <a:r>
              <a:rPr lang="en-US" b="1" dirty="0">
                <a:solidFill>
                  <a:srgbClr val="FF0000"/>
                </a:solidFill>
              </a:rPr>
              <a:t>Plan</a:t>
            </a:r>
            <a:r>
              <a:rPr lang="en-US" dirty="0">
                <a:solidFill>
                  <a:srgbClr val="FF0000"/>
                </a:solidFill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38179034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F3835-C99A-6EFA-6B0E-3231F240F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rectangular object&#10;&#10;AI-generated content may be incorrect.">
            <a:extLst>
              <a:ext uri="{FF2B5EF4-FFF2-40B4-BE49-F238E27FC236}">
                <a16:creationId xmlns:a16="http://schemas.microsoft.com/office/drawing/2014/main" id="{1CA90B0D-4084-7E88-7898-529BA09CB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137" y="691661"/>
            <a:ext cx="5707022" cy="40131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2EEBE0F-7E32-D2DB-BF4E-14BC13C68920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1DF82A-2D2E-D689-A432-2ABF598BA1AB}"/>
              </a:ext>
            </a:extLst>
          </p:cNvPr>
          <p:cNvSpPr txBox="1"/>
          <p:nvPr/>
        </p:nvSpPr>
        <p:spPr>
          <a:xfrm>
            <a:off x="5315716" y="4109671"/>
            <a:ext cx="20992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Very Import!</a:t>
            </a:r>
          </a:p>
        </p:txBody>
      </p:sp>
    </p:spTree>
    <p:extLst>
      <p:ext uri="{BB962C8B-B14F-4D97-AF65-F5344CB8AC3E}">
        <p14:creationId xmlns:p14="http://schemas.microsoft.com/office/powerpoint/2010/main" val="36790891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4D3FF-E520-1CC2-2726-736D62D3A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DFD592E-771A-AC69-9989-9BBAC7A27184}"/>
              </a:ext>
            </a:extLst>
          </p:cNvPr>
          <p:cNvSpPr txBox="1"/>
          <p:nvPr/>
        </p:nvSpPr>
        <p:spPr>
          <a:xfrm>
            <a:off x="317634" y="168441"/>
            <a:ext cx="78814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6CAE65-D048-542A-426C-005BD3F3D984}"/>
              </a:ext>
            </a:extLst>
          </p:cNvPr>
          <p:cNvSpPr txBox="1"/>
          <p:nvPr/>
        </p:nvSpPr>
        <p:spPr>
          <a:xfrm>
            <a:off x="790074" y="1634252"/>
            <a:ext cx="31165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First Quadrant (Angle)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21791F-EB00-FA47-BAF1-C765EF72DEDE}"/>
              </a:ext>
            </a:extLst>
          </p:cNvPr>
          <p:cNvSpPr txBox="1"/>
          <p:nvPr/>
        </p:nvSpPr>
        <p:spPr>
          <a:xfrm>
            <a:off x="790074" y="3201977"/>
            <a:ext cx="31165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Third Quadrant (Angle)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C7CD61-FCBE-8BEC-BA45-DF14807A7183}"/>
              </a:ext>
            </a:extLst>
          </p:cNvPr>
          <p:cNvSpPr txBox="1"/>
          <p:nvPr/>
        </p:nvSpPr>
        <p:spPr>
          <a:xfrm>
            <a:off x="5788794" y="1634252"/>
            <a:ext cx="27127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A</a:t>
            </a:r>
            <a:r>
              <a:rPr lang="en-US" altLang="zh-CN" sz="2400" b="1" dirty="0">
                <a:solidFill>
                  <a:srgbClr val="FF0000"/>
                </a:solidFill>
              </a:rPr>
              <a:t>uxiliary Plan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8CC400-5550-1B1E-94D1-DAA8264490B7}"/>
              </a:ext>
            </a:extLst>
          </p:cNvPr>
          <p:cNvSpPr txBox="1"/>
          <p:nvPr/>
        </p:nvSpPr>
        <p:spPr>
          <a:xfrm>
            <a:off x="5788794" y="3201977"/>
            <a:ext cx="27127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A</a:t>
            </a:r>
            <a:r>
              <a:rPr lang="en-US" altLang="zh-CN" sz="2400" b="1" dirty="0">
                <a:solidFill>
                  <a:srgbClr val="FF0000"/>
                </a:solidFill>
              </a:rPr>
              <a:t>uxiliary Elevation</a:t>
            </a:r>
            <a:endParaRPr lang="en-US" sz="2400" b="1" dirty="0">
              <a:solidFill>
                <a:srgbClr val="FF0000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9820D8-D843-A4E1-DAB2-0AAA380EB257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>
            <a:off x="3906654" y="1865085"/>
            <a:ext cx="1882140" cy="1567725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5040EEA-9DC5-4AF2-2049-C2896120C488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906654" y="1865085"/>
            <a:ext cx="1882140" cy="0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7A704E3-B687-2E64-561E-5F6D5A0662EF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906654" y="1865085"/>
            <a:ext cx="1882140" cy="1567725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700B794-D15C-4F46-E425-C5B6CE1A18BA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3906654" y="3432810"/>
            <a:ext cx="1882140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2FD7DB53-A66D-D73F-DF1B-2CFE06E0C534}"/>
              </a:ext>
            </a:extLst>
          </p:cNvPr>
          <p:cNvSpPr/>
          <p:nvPr/>
        </p:nvSpPr>
        <p:spPr>
          <a:xfrm>
            <a:off x="439554" y="1097280"/>
            <a:ext cx="3520441" cy="146304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F1C2E6-BD18-0067-C82E-3DBE14E420A2}"/>
              </a:ext>
            </a:extLst>
          </p:cNvPr>
          <p:cNvSpPr txBox="1"/>
          <p:nvPr/>
        </p:nvSpPr>
        <p:spPr>
          <a:xfrm rot="20700000">
            <a:off x="3771458" y="515968"/>
            <a:ext cx="36632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More likely for quiz1</a:t>
            </a:r>
          </a:p>
        </p:txBody>
      </p:sp>
    </p:spTree>
    <p:extLst>
      <p:ext uri="{BB962C8B-B14F-4D97-AF65-F5344CB8AC3E}">
        <p14:creationId xmlns:p14="http://schemas.microsoft.com/office/powerpoint/2010/main" val="35254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AF610-F94F-05B8-8B33-400A869E4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rawing of a cylinder and a cylinder&#10;&#10;AI-generated content may be incorrect.">
            <a:extLst>
              <a:ext uri="{FF2B5EF4-FFF2-40B4-BE49-F238E27FC236}">
                <a16:creationId xmlns:a16="http://schemas.microsoft.com/office/drawing/2014/main" id="{F5FC1B21-0F48-6CBC-4725-AA87B69A7E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18" y="61301"/>
            <a:ext cx="3351749" cy="4770588"/>
          </a:xfrm>
          <a:prstGeom prst="rect">
            <a:avLst/>
          </a:prstGeom>
        </p:spPr>
      </p:pic>
      <p:sp>
        <p:nvSpPr>
          <p:cNvPr id="15" name="Parallelogram 14">
            <a:extLst>
              <a:ext uri="{FF2B5EF4-FFF2-40B4-BE49-F238E27FC236}">
                <a16:creationId xmlns:a16="http://schemas.microsoft.com/office/drawing/2014/main" id="{06A5F8B8-84E3-8B30-A25B-8FD4BBADEC27}"/>
              </a:ext>
            </a:extLst>
          </p:cNvPr>
          <p:cNvSpPr/>
          <p:nvPr/>
        </p:nvSpPr>
        <p:spPr>
          <a:xfrm rot="16200000">
            <a:off x="6812330" y="471141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F5ACB3E5-E31C-72A0-09F7-E7EA3CDD9B59}"/>
              </a:ext>
            </a:extLst>
          </p:cNvPr>
          <p:cNvSpPr/>
          <p:nvPr/>
        </p:nvSpPr>
        <p:spPr>
          <a:xfrm rot="9000000" flipV="1">
            <a:off x="6038017" y="1449540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95EFA29B-029B-A96A-879D-F34CB63687C7}"/>
              </a:ext>
            </a:extLst>
          </p:cNvPr>
          <p:cNvSpPr/>
          <p:nvPr/>
        </p:nvSpPr>
        <p:spPr>
          <a:xfrm rot="16200000" flipV="1">
            <a:off x="5594062" y="402187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0B706204-AFCE-12C1-850B-4D902F3A5436}"/>
              </a:ext>
            </a:extLst>
          </p:cNvPr>
          <p:cNvSpPr/>
          <p:nvPr/>
        </p:nvSpPr>
        <p:spPr>
          <a:xfrm rot="16200000">
            <a:off x="5526480" y="1213259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FBEB899-AB7E-F28D-D19B-2646623B769C}"/>
              </a:ext>
            </a:extLst>
          </p:cNvPr>
          <p:cNvGrpSpPr/>
          <p:nvPr/>
        </p:nvGrpSpPr>
        <p:grpSpPr>
          <a:xfrm>
            <a:off x="5937890" y="844408"/>
            <a:ext cx="1554485" cy="1262868"/>
            <a:chOff x="5249872" y="896296"/>
            <a:chExt cx="1554485" cy="1262868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E71035E3-5CCF-9CC0-9DCD-8C502704F339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6DAA58-E76B-5105-012C-63F671EA5BAB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32E96EEE-63DB-265F-E902-81C1108C7794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5354A35-D5A1-4322-E4D1-9A13F884DF12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55ED08A8-0E29-FA1D-BB5A-C4E84457D37F}"/>
              </a:ext>
            </a:extLst>
          </p:cNvPr>
          <p:cNvSpPr/>
          <p:nvPr/>
        </p:nvSpPr>
        <p:spPr>
          <a:xfrm>
            <a:off x="5606789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5BC3D2-CC77-BCF8-84A9-FCCD5108F670}"/>
              </a:ext>
            </a:extLst>
          </p:cNvPr>
          <p:cNvSpPr/>
          <p:nvPr/>
        </p:nvSpPr>
        <p:spPr>
          <a:xfrm>
            <a:off x="6683962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2A1F161-E642-A39A-7BDA-DDD9DC696596}"/>
              </a:ext>
            </a:extLst>
          </p:cNvPr>
          <p:cNvSpPr/>
          <p:nvPr/>
        </p:nvSpPr>
        <p:spPr>
          <a:xfrm>
            <a:off x="7761135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42DE1C2-5285-2C62-2E50-077DCC5503D4}"/>
              </a:ext>
            </a:extLst>
          </p:cNvPr>
          <p:cNvSpPr/>
          <p:nvPr/>
        </p:nvSpPr>
        <p:spPr>
          <a:xfrm>
            <a:off x="6683962" y="3781143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6F960A-C854-F615-4320-4D943DEA73CA}"/>
              </a:ext>
            </a:extLst>
          </p:cNvPr>
          <p:cNvSpPr/>
          <p:nvPr/>
        </p:nvSpPr>
        <p:spPr>
          <a:xfrm rot="18900000">
            <a:off x="6345356" y="3299284"/>
            <a:ext cx="67721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rgbClr val="4F81BD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601DBF-5F28-1382-21EE-A5F66146BCEF}"/>
              </a:ext>
            </a:extLst>
          </p:cNvPr>
          <p:cNvSpPr txBox="1"/>
          <p:nvPr/>
        </p:nvSpPr>
        <p:spPr>
          <a:xfrm>
            <a:off x="3721886" y="34875"/>
            <a:ext cx="22884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 dirty="0">
                <a:solidFill>
                  <a:srgbClr val="FF0000"/>
                </a:solidFill>
              </a:rPr>
              <a:t>- First Angle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altLang="zh-CN" b="1" dirty="0">
                <a:solidFill>
                  <a:srgbClr val="FF0000"/>
                </a:solidFill>
              </a:rPr>
              <a:t>- First Auxiliary Plan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78DE08-2BBE-DFCA-6A83-315A69690726}"/>
              </a:ext>
            </a:extLst>
          </p:cNvPr>
          <p:cNvSpPr txBox="1"/>
          <p:nvPr/>
        </p:nvSpPr>
        <p:spPr>
          <a:xfrm>
            <a:off x="3721886" y="1372082"/>
            <a:ext cx="252606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behind 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Elevation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22834261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163B1-82E4-7263-9535-0DBD3635E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arallelogram 14">
            <a:extLst>
              <a:ext uri="{FF2B5EF4-FFF2-40B4-BE49-F238E27FC236}">
                <a16:creationId xmlns:a16="http://schemas.microsoft.com/office/drawing/2014/main" id="{D5D5D31C-A3FA-CAD2-A12C-37F2C1A4E844}"/>
              </a:ext>
            </a:extLst>
          </p:cNvPr>
          <p:cNvSpPr/>
          <p:nvPr/>
        </p:nvSpPr>
        <p:spPr>
          <a:xfrm rot="16200000">
            <a:off x="6273744" y="471141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1CF66835-6963-C8AD-87AD-727DDE8BD9CC}"/>
              </a:ext>
            </a:extLst>
          </p:cNvPr>
          <p:cNvSpPr/>
          <p:nvPr/>
        </p:nvSpPr>
        <p:spPr>
          <a:xfrm rot="9000000" flipV="1">
            <a:off x="5499431" y="1449540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A174B8FF-1C52-3108-51DB-DF98834538F7}"/>
              </a:ext>
            </a:extLst>
          </p:cNvPr>
          <p:cNvSpPr/>
          <p:nvPr/>
        </p:nvSpPr>
        <p:spPr>
          <a:xfrm rot="16200000" flipV="1">
            <a:off x="5055476" y="402187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D2CBE314-9322-7153-1CB7-48BE82E7F995}"/>
              </a:ext>
            </a:extLst>
          </p:cNvPr>
          <p:cNvSpPr/>
          <p:nvPr/>
        </p:nvSpPr>
        <p:spPr>
          <a:xfrm rot="16200000">
            <a:off x="4987894" y="1213259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338D8F7-C0F7-0042-CB8D-C28310F12A55}"/>
              </a:ext>
            </a:extLst>
          </p:cNvPr>
          <p:cNvGrpSpPr/>
          <p:nvPr/>
        </p:nvGrpSpPr>
        <p:grpSpPr>
          <a:xfrm rot="14400000">
            <a:off x="5543829" y="856109"/>
            <a:ext cx="1554485" cy="1262868"/>
            <a:chOff x="5249872" y="896296"/>
            <a:chExt cx="1554485" cy="1262868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EDF08912-DFAE-32AF-0841-2B2FD2146A98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CD04E28-5756-34B0-F475-DE6461195F94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03F9955-6F9E-5AF8-1D21-530657373E04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AE618CD7-7A0B-C527-5991-61824FB048EF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67284784-E551-F147-948F-5134322A5D15}"/>
              </a:ext>
            </a:extLst>
          </p:cNvPr>
          <p:cNvSpPr/>
          <p:nvPr/>
        </p:nvSpPr>
        <p:spPr>
          <a:xfrm>
            <a:off x="5068203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B4C4E59-CE4D-1A90-88A1-EE338EE654D8}"/>
              </a:ext>
            </a:extLst>
          </p:cNvPr>
          <p:cNvSpPr/>
          <p:nvPr/>
        </p:nvSpPr>
        <p:spPr>
          <a:xfrm>
            <a:off x="6145376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E7EF879-9810-F1A1-D59A-E083C694F2F0}"/>
              </a:ext>
            </a:extLst>
          </p:cNvPr>
          <p:cNvSpPr/>
          <p:nvPr/>
        </p:nvSpPr>
        <p:spPr>
          <a:xfrm>
            <a:off x="7222549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84100E7-3FCA-F4CF-C2D1-A408A4B0CBBF}"/>
              </a:ext>
            </a:extLst>
          </p:cNvPr>
          <p:cNvSpPr/>
          <p:nvPr/>
        </p:nvSpPr>
        <p:spPr>
          <a:xfrm>
            <a:off x="6145376" y="3781143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0721BF0-A009-4633-24A7-B638732B38FC}"/>
              </a:ext>
            </a:extLst>
          </p:cNvPr>
          <p:cNvSpPr/>
          <p:nvPr/>
        </p:nvSpPr>
        <p:spPr>
          <a:xfrm rot="13500000">
            <a:off x="5538740" y="3460879"/>
            <a:ext cx="67721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rgbClr val="4F81BD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C77A00-BF5C-3731-F7BB-78F773305E5B}"/>
              </a:ext>
            </a:extLst>
          </p:cNvPr>
          <p:cNvSpPr txBox="1"/>
          <p:nvPr/>
        </p:nvSpPr>
        <p:spPr>
          <a:xfrm>
            <a:off x="376706" y="34875"/>
            <a:ext cx="30218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 dirty="0">
                <a:solidFill>
                  <a:srgbClr val="FF0000"/>
                </a:solidFill>
              </a:rPr>
              <a:t>- First Angle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altLang="zh-CN" b="1" dirty="0">
                <a:solidFill>
                  <a:srgbClr val="FF0000"/>
                </a:solidFill>
              </a:rPr>
              <a:t>- First Auxiliary Elevation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7E2D14-A3B8-8F23-AF48-6A6E49717FA4}"/>
              </a:ext>
            </a:extLst>
          </p:cNvPr>
          <p:cNvSpPr txBox="1"/>
          <p:nvPr/>
        </p:nvSpPr>
        <p:spPr>
          <a:xfrm>
            <a:off x="376706" y="1357324"/>
            <a:ext cx="25260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behind 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Plan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9802621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E8A6D-A36F-118E-D611-44816C4D2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158F8996-AA9D-84C9-8113-C664053B2D9D}"/>
              </a:ext>
            </a:extLst>
          </p:cNvPr>
          <p:cNvSpPr/>
          <p:nvPr/>
        </p:nvSpPr>
        <p:spPr>
          <a:xfrm rot="18900000">
            <a:off x="7592602" y="3285280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hexagon&#10;&#10;AI-generated content may be incorrect.">
            <a:extLst>
              <a:ext uri="{FF2B5EF4-FFF2-40B4-BE49-F238E27FC236}">
                <a16:creationId xmlns:a16="http://schemas.microsoft.com/office/drawing/2014/main" id="{A6194548-8096-533F-4AC2-0292C9BC2F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635" y="84438"/>
            <a:ext cx="3288574" cy="4706584"/>
          </a:xfrm>
          <a:prstGeom prst="rect">
            <a:avLst/>
          </a:prstGeom>
        </p:spPr>
      </p:pic>
      <p:sp>
        <p:nvSpPr>
          <p:cNvPr id="15" name="Parallelogram 14">
            <a:extLst>
              <a:ext uri="{FF2B5EF4-FFF2-40B4-BE49-F238E27FC236}">
                <a16:creationId xmlns:a16="http://schemas.microsoft.com/office/drawing/2014/main" id="{3FB8C0E9-FF34-8B34-323C-4392DDF0D136}"/>
              </a:ext>
            </a:extLst>
          </p:cNvPr>
          <p:cNvSpPr/>
          <p:nvPr/>
        </p:nvSpPr>
        <p:spPr>
          <a:xfrm rot="16200000">
            <a:off x="673899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2107DB0B-ABDF-5DFE-89C4-46D01158D168}"/>
              </a:ext>
            </a:extLst>
          </p:cNvPr>
          <p:cNvSpPr/>
          <p:nvPr/>
        </p:nvSpPr>
        <p:spPr>
          <a:xfrm rot="16200000">
            <a:off x="549417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arallelogram 20">
            <a:extLst>
              <a:ext uri="{FF2B5EF4-FFF2-40B4-BE49-F238E27FC236}">
                <a16:creationId xmlns:a16="http://schemas.microsoft.com/office/drawing/2014/main" id="{D98223B7-B3E4-45D6-DAE7-C61EF6BE16F4}"/>
              </a:ext>
            </a:extLst>
          </p:cNvPr>
          <p:cNvSpPr/>
          <p:nvPr/>
        </p:nvSpPr>
        <p:spPr>
          <a:xfrm rot="9000000" flipV="1">
            <a:off x="598595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0DA6F30F-3EE3-BA19-B4FD-74737305ABA8}"/>
              </a:ext>
            </a:extLst>
          </p:cNvPr>
          <p:cNvSpPr/>
          <p:nvPr/>
        </p:nvSpPr>
        <p:spPr>
          <a:xfrm rot="16200000" flipV="1">
            <a:off x="649909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A746D01-1DE3-4092-A68E-B3E5C61DE3A6}"/>
              </a:ext>
            </a:extLst>
          </p:cNvPr>
          <p:cNvGrpSpPr/>
          <p:nvPr/>
        </p:nvGrpSpPr>
        <p:grpSpPr>
          <a:xfrm>
            <a:off x="6550524" y="525596"/>
            <a:ext cx="1554485" cy="1262868"/>
            <a:chOff x="5249872" y="896296"/>
            <a:chExt cx="1554485" cy="1262868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008753B6-C87B-3D12-7C8F-C613E860C615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A870785-18DC-7CFF-A4DD-6362221A232B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01719ED-2D37-3256-A0BC-671252B827F1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9F82A05-E841-C8FF-790B-223B4DE5B9AF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DEE16587-6259-60E4-5902-73E2AA9A828B}"/>
              </a:ext>
            </a:extLst>
          </p:cNvPr>
          <p:cNvSpPr/>
          <p:nvPr/>
        </p:nvSpPr>
        <p:spPr>
          <a:xfrm>
            <a:off x="5776863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280172B-3285-32AF-38B9-97BCCC17F464}"/>
              </a:ext>
            </a:extLst>
          </p:cNvPr>
          <p:cNvSpPr/>
          <p:nvPr/>
        </p:nvSpPr>
        <p:spPr>
          <a:xfrm>
            <a:off x="6854036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09737C9-14AC-F95F-656E-E5B0181E5228}"/>
              </a:ext>
            </a:extLst>
          </p:cNvPr>
          <p:cNvSpPr/>
          <p:nvPr/>
        </p:nvSpPr>
        <p:spPr>
          <a:xfrm>
            <a:off x="7931209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60585D6-32CE-EBD7-8B96-71C882B2CDC4}"/>
              </a:ext>
            </a:extLst>
          </p:cNvPr>
          <p:cNvSpPr/>
          <p:nvPr/>
        </p:nvSpPr>
        <p:spPr>
          <a:xfrm>
            <a:off x="685403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E0FA6B-8D42-2087-ED99-AE5F2DCE4A7A}"/>
              </a:ext>
            </a:extLst>
          </p:cNvPr>
          <p:cNvSpPr txBox="1"/>
          <p:nvPr/>
        </p:nvSpPr>
        <p:spPr>
          <a:xfrm>
            <a:off x="3721886" y="34875"/>
            <a:ext cx="22884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 dirty="0">
                <a:solidFill>
                  <a:srgbClr val="FF0000"/>
                </a:solidFill>
              </a:rPr>
              <a:t>- Third Angle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altLang="zh-CN" b="1" dirty="0">
                <a:solidFill>
                  <a:srgbClr val="FF0000"/>
                </a:solidFill>
              </a:rPr>
              <a:t>- First Auxiliary Plan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0F0BCC-8122-C889-B1BD-FC3C11BD66D6}"/>
              </a:ext>
            </a:extLst>
          </p:cNvPr>
          <p:cNvSpPr txBox="1"/>
          <p:nvPr/>
        </p:nvSpPr>
        <p:spPr>
          <a:xfrm>
            <a:off x="3721886" y="1372082"/>
            <a:ext cx="252606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before 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Elevation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2434915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CE5C8-E909-8B81-C037-86A7DF0D6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875D5FD5-B45F-97EC-2A67-D4D2912C03CC}"/>
              </a:ext>
            </a:extLst>
          </p:cNvPr>
          <p:cNvSpPr/>
          <p:nvPr/>
        </p:nvSpPr>
        <p:spPr>
          <a:xfrm rot="2700000">
            <a:off x="6754681" y="3212729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415EB1B-C1BD-7366-BE33-BDCF58250A1E}"/>
              </a:ext>
            </a:extLst>
          </p:cNvPr>
          <p:cNvSpPr/>
          <p:nvPr/>
        </p:nvSpPr>
        <p:spPr>
          <a:xfrm rot="16200000">
            <a:off x="603033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068F8668-A3F0-2407-A472-4CCA903731B5}"/>
              </a:ext>
            </a:extLst>
          </p:cNvPr>
          <p:cNvSpPr/>
          <p:nvPr/>
        </p:nvSpPr>
        <p:spPr>
          <a:xfrm rot="16200000">
            <a:off x="478551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arallelogram 20">
            <a:extLst>
              <a:ext uri="{FF2B5EF4-FFF2-40B4-BE49-F238E27FC236}">
                <a16:creationId xmlns:a16="http://schemas.microsoft.com/office/drawing/2014/main" id="{635F9905-6619-9A25-96BB-7A516B91EC17}"/>
              </a:ext>
            </a:extLst>
          </p:cNvPr>
          <p:cNvSpPr/>
          <p:nvPr/>
        </p:nvSpPr>
        <p:spPr>
          <a:xfrm rot="9000000" flipV="1">
            <a:off x="527729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16394FDA-49B1-40AD-EB5E-94A9267C9D73}"/>
              </a:ext>
            </a:extLst>
          </p:cNvPr>
          <p:cNvSpPr/>
          <p:nvPr/>
        </p:nvSpPr>
        <p:spPr>
          <a:xfrm rot="16200000" flipV="1">
            <a:off x="579043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5507DA4-281E-1C20-CAF9-34B5F36C9F9D}"/>
              </a:ext>
            </a:extLst>
          </p:cNvPr>
          <p:cNvGrpSpPr/>
          <p:nvPr/>
        </p:nvGrpSpPr>
        <p:grpSpPr>
          <a:xfrm rot="14400000">
            <a:off x="5765007" y="573099"/>
            <a:ext cx="1554485" cy="1262868"/>
            <a:chOff x="5249872" y="896296"/>
            <a:chExt cx="1554485" cy="1262868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DF880138-41B7-1A8A-24F9-B259EA582A00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675B183-E0A5-5FFA-9445-39BB2B19AD96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60A5CFC-7F0A-65FF-D1F1-6774981A392D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5E5C2A5-A878-480F-0C87-D1FCA3CED6B5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FDE94709-D612-8CD7-2FF6-DCBCE3E50871}"/>
              </a:ext>
            </a:extLst>
          </p:cNvPr>
          <p:cNvSpPr/>
          <p:nvPr/>
        </p:nvSpPr>
        <p:spPr>
          <a:xfrm>
            <a:off x="5068203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F4FC3B4-B4F1-5FAA-2A18-0740299CD112}"/>
              </a:ext>
            </a:extLst>
          </p:cNvPr>
          <p:cNvSpPr/>
          <p:nvPr/>
        </p:nvSpPr>
        <p:spPr>
          <a:xfrm>
            <a:off x="6145376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E94D9E-9072-B3AA-C618-9E84FB286589}"/>
              </a:ext>
            </a:extLst>
          </p:cNvPr>
          <p:cNvSpPr/>
          <p:nvPr/>
        </p:nvSpPr>
        <p:spPr>
          <a:xfrm>
            <a:off x="7222549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62AEFBD-4EAA-7CC1-2E46-E6244783F8DC}"/>
              </a:ext>
            </a:extLst>
          </p:cNvPr>
          <p:cNvSpPr/>
          <p:nvPr/>
        </p:nvSpPr>
        <p:spPr>
          <a:xfrm>
            <a:off x="614537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E79155-7E51-A7CA-DDDC-F27170175ADC}"/>
              </a:ext>
            </a:extLst>
          </p:cNvPr>
          <p:cNvSpPr txBox="1"/>
          <p:nvPr/>
        </p:nvSpPr>
        <p:spPr>
          <a:xfrm>
            <a:off x="197621" y="34875"/>
            <a:ext cx="273607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 dirty="0">
                <a:solidFill>
                  <a:srgbClr val="FF0000"/>
                </a:solidFill>
              </a:rPr>
              <a:t>- Third Angle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altLang="zh-CN" b="1" dirty="0">
                <a:solidFill>
                  <a:srgbClr val="FF0000"/>
                </a:solidFill>
              </a:rPr>
              <a:t>- First Auxiliary Elevation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2D32D7-4A30-6905-1BA7-1A9F57B85BDE}"/>
              </a:ext>
            </a:extLst>
          </p:cNvPr>
          <p:cNvSpPr txBox="1"/>
          <p:nvPr/>
        </p:nvSpPr>
        <p:spPr>
          <a:xfrm>
            <a:off x="197621" y="1372082"/>
            <a:ext cx="25260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before 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Plan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5823557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0605A-89A6-29EB-CE7A-F76A72057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5B3746-0966-360E-0585-DE19F92A353F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A54135C-1C40-E713-51B3-AF2EEF574364}"/>
              </a:ext>
            </a:extLst>
          </p:cNvPr>
          <p:cNvSpPr/>
          <p:nvPr/>
        </p:nvSpPr>
        <p:spPr>
          <a:xfrm rot="3600000">
            <a:off x="5812908" y="3239970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DFE61711-9096-E552-D18E-42DFED914535}"/>
              </a:ext>
            </a:extLst>
          </p:cNvPr>
          <p:cNvSpPr/>
          <p:nvPr/>
        </p:nvSpPr>
        <p:spPr>
          <a:xfrm rot="16200000">
            <a:off x="603033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BBFB02A6-5943-B894-A573-E9EE8AA211C2}"/>
              </a:ext>
            </a:extLst>
          </p:cNvPr>
          <p:cNvSpPr/>
          <p:nvPr/>
        </p:nvSpPr>
        <p:spPr>
          <a:xfrm rot="16200000">
            <a:off x="478551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B6CF595C-828E-473E-8FD8-F6E72A791553}"/>
              </a:ext>
            </a:extLst>
          </p:cNvPr>
          <p:cNvSpPr/>
          <p:nvPr/>
        </p:nvSpPr>
        <p:spPr>
          <a:xfrm rot="9000000" flipV="1">
            <a:off x="527729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Parallelogram 19">
            <a:extLst>
              <a:ext uri="{FF2B5EF4-FFF2-40B4-BE49-F238E27FC236}">
                <a16:creationId xmlns:a16="http://schemas.microsoft.com/office/drawing/2014/main" id="{7845C71C-7634-B894-7E78-F35EA1F54701}"/>
              </a:ext>
            </a:extLst>
          </p:cNvPr>
          <p:cNvSpPr/>
          <p:nvPr/>
        </p:nvSpPr>
        <p:spPr>
          <a:xfrm rot="16200000" flipV="1">
            <a:off x="579043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E4892F3-ECE4-EA6B-479C-B05444516DA6}"/>
              </a:ext>
            </a:extLst>
          </p:cNvPr>
          <p:cNvGrpSpPr/>
          <p:nvPr/>
        </p:nvGrpSpPr>
        <p:grpSpPr>
          <a:xfrm>
            <a:off x="5262789" y="639053"/>
            <a:ext cx="1198912" cy="1879396"/>
            <a:chOff x="5262789" y="639053"/>
            <a:chExt cx="1198912" cy="1879396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3334F44-D573-AE6B-1A9B-22C35F067C86}"/>
                </a:ext>
              </a:extLst>
            </p:cNvPr>
            <p:cNvCxnSpPr>
              <a:cxnSpLocks/>
            </p:cNvCxnSpPr>
            <p:nvPr/>
          </p:nvCxnSpPr>
          <p:spPr>
            <a:xfrm>
              <a:off x="5262789" y="2032799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7B211E-5E86-9516-9356-8F396ABC4C70}"/>
                </a:ext>
              </a:extLst>
            </p:cNvPr>
            <p:cNvCxnSpPr>
              <a:cxnSpLocks/>
            </p:cNvCxnSpPr>
            <p:nvPr/>
          </p:nvCxnSpPr>
          <p:spPr>
            <a:xfrm>
              <a:off x="5606789" y="639053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CC7A18B-03C9-4306-1883-A0DB810FF8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06700" y="1115472"/>
              <a:ext cx="355001" cy="139438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D795E0B-1F82-67EE-C8C9-159071F8B7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62789" y="639053"/>
              <a:ext cx="344000" cy="1393746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53B5B708-0669-856D-65B6-FA26A8EEAD4B}"/>
              </a:ext>
            </a:extLst>
          </p:cNvPr>
          <p:cNvSpPr/>
          <p:nvPr/>
        </p:nvSpPr>
        <p:spPr>
          <a:xfrm>
            <a:off x="5068203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12A5D6F-D418-5290-BC7B-5B397D172E7F}"/>
              </a:ext>
            </a:extLst>
          </p:cNvPr>
          <p:cNvSpPr/>
          <p:nvPr/>
        </p:nvSpPr>
        <p:spPr>
          <a:xfrm>
            <a:off x="6145376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6B3F118-F8BD-52D3-63A9-895C7E7E0519}"/>
              </a:ext>
            </a:extLst>
          </p:cNvPr>
          <p:cNvSpPr/>
          <p:nvPr/>
        </p:nvSpPr>
        <p:spPr>
          <a:xfrm>
            <a:off x="7222549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5B19A64-AC7E-9432-BFDF-C25A630D9639}"/>
              </a:ext>
            </a:extLst>
          </p:cNvPr>
          <p:cNvSpPr/>
          <p:nvPr/>
        </p:nvSpPr>
        <p:spPr>
          <a:xfrm>
            <a:off x="614537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A diagram of angles and angles&#10;&#10;AI-generated content may be incorrect.">
            <a:extLst>
              <a:ext uri="{FF2B5EF4-FFF2-40B4-BE49-F238E27FC236}">
                <a16:creationId xmlns:a16="http://schemas.microsoft.com/office/drawing/2014/main" id="{E2BBF7C5-D1C6-E906-9DF3-527A19DE42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598" y="1100248"/>
            <a:ext cx="4644058" cy="283640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8D6CD4E-13AB-98BC-B38C-663CEBAAD068}"/>
              </a:ext>
            </a:extLst>
          </p:cNvPr>
          <p:cNvSpPr/>
          <p:nvPr/>
        </p:nvSpPr>
        <p:spPr>
          <a:xfrm>
            <a:off x="2015303" y="1334349"/>
            <a:ext cx="603206" cy="202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PLAN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FB53A2B-EC73-C6C5-5810-D55CA70957F8}"/>
              </a:ext>
            </a:extLst>
          </p:cNvPr>
          <p:cNvCxnSpPr/>
          <p:nvPr/>
        </p:nvCxnSpPr>
        <p:spPr>
          <a:xfrm>
            <a:off x="5378335" y="2660073"/>
            <a:ext cx="407323" cy="7481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D46D073-E402-8CBE-EE5E-F674AB78E747}"/>
              </a:ext>
            </a:extLst>
          </p:cNvPr>
          <p:cNvSpPr txBox="1"/>
          <p:nvPr/>
        </p:nvSpPr>
        <p:spPr>
          <a:xfrm>
            <a:off x="5190327" y="2841952"/>
            <a:ext cx="1945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1488597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6E53A-DC55-0A4D-FAE3-B051D3D09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1768BC-5508-09F6-8DC8-B19B128D95B1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743A05-6194-A3E0-5DE3-59D4507626B8}"/>
              </a:ext>
            </a:extLst>
          </p:cNvPr>
          <p:cNvSpPr/>
          <p:nvPr/>
        </p:nvSpPr>
        <p:spPr>
          <a:xfrm rot="3600000">
            <a:off x="5812908" y="3239970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F7A06D3C-8586-936E-9980-235FA6C0D097}"/>
              </a:ext>
            </a:extLst>
          </p:cNvPr>
          <p:cNvSpPr/>
          <p:nvPr/>
        </p:nvSpPr>
        <p:spPr>
          <a:xfrm rot="16200000">
            <a:off x="603033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07E11142-9F2F-F34B-1B87-1006E1103E36}"/>
              </a:ext>
            </a:extLst>
          </p:cNvPr>
          <p:cNvSpPr/>
          <p:nvPr/>
        </p:nvSpPr>
        <p:spPr>
          <a:xfrm rot="16200000">
            <a:off x="478551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6185065D-3EC7-67BC-CAF0-60A5B1A9EC3B}"/>
              </a:ext>
            </a:extLst>
          </p:cNvPr>
          <p:cNvSpPr/>
          <p:nvPr/>
        </p:nvSpPr>
        <p:spPr>
          <a:xfrm rot="9000000" flipV="1">
            <a:off x="527729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Parallelogram 19">
            <a:extLst>
              <a:ext uri="{FF2B5EF4-FFF2-40B4-BE49-F238E27FC236}">
                <a16:creationId xmlns:a16="http://schemas.microsoft.com/office/drawing/2014/main" id="{F4AADB00-82C2-0026-6741-F65E8E33A89B}"/>
              </a:ext>
            </a:extLst>
          </p:cNvPr>
          <p:cNvSpPr/>
          <p:nvPr/>
        </p:nvSpPr>
        <p:spPr>
          <a:xfrm rot="16200000" flipV="1">
            <a:off x="579043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C2CC98F-B492-3101-7A84-7EE2A0F4E511}"/>
              </a:ext>
            </a:extLst>
          </p:cNvPr>
          <p:cNvGrpSpPr/>
          <p:nvPr/>
        </p:nvGrpSpPr>
        <p:grpSpPr>
          <a:xfrm>
            <a:off x="5262789" y="639053"/>
            <a:ext cx="1198912" cy="1879396"/>
            <a:chOff x="5262789" y="639053"/>
            <a:chExt cx="1198912" cy="1879396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938A563-F5A1-ECC3-CA78-1271AE110054}"/>
                </a:ext>
              </a:extLst>
            </p:cNvPr>
            <p:cNvCxnSpPr>
              <a:cxnSpLocks/>
            </p:cNvCxnSpPr>
            <p:nvPr/>
          </p:nvCxnSpPr>
          <p:spPr>
            <a:xfrm>
              <a:off x="5262789" y="2032799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7D635E6-8972-619E-03E6-AA9DD1D043FB}"/>
                </a:ext>
              </a:extLst>
            </p:cNvPr>
            <p:cNvCxnSpPr>
              <a:cxnSpLocks/>
            </p:cNvCxnSpPr>
            <p:nvPr/>
          </p:nvCxnSpPr>
          <p:spPr>
            <a:xfrm>
              <a:off x="5606789" y="639053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833490E-D5E4-36C9-78E1-E14EEFED21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06700" y="1115472"/>
              <a:ext cx="355001" cy="139438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9A1FA2E-9948-91CF-D4FB-CDFE439B82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62789" y="639053"/>
              <a:ext cx="344000" cy="1393746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53DF8474-C4B1-8148-3BDF-A81F67851AFD}"/>
              </a:ext>
            </a:extLst>
          </p:cNvPr>
          <p:cNvSpPr/>
          <p:nvPr/>
        </p:nvSpPr>
        <p:spPr>
          <a:xfrm>
            <a:off x="5068203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F136272-0BEB-78D8-7B56-17BFD92E77B4}"/>
              </a:ext>
            </a:extLst>
          </p:cNvPr>
          <p:cNvSpPr/>
          <p:nvPr/>
        </p:nvSpPr>
        <p:spPr>
          <a:xfrm>
            <a:off x="6145376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531858E-4BF2-5B76-1363-E4BF384F8EEF}"/>
              </a:ext>
            </a:extLst>
          </p:cNvPr>
          <p:cNvSpPr/>
          <p:nvPr/>
        </p:nvSpPr>
        <p:spPr>
          <a:xfrm>
            <a:off x="7222549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A008A46-6F9E-B0E4-3E1A-92A8D26F7DA6}"/>
              </a:ext>
            </a:extLst>
          </p:cNvPr>
          <p:cNvSpPr/>
          <p:nvPr/>
        </p:nvSpPr>
        <p:spPr>
          <a:xfrm>
            <a:off x="614537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 descr="A diagram of a triangle and a triangle&#10;&#10;AI-generated content may be incorrect.">
            <a:extLst>
              <a:ext uri="{FF2B5EF4-FFF2-40B4-BE49-F238E27FC236}">
                <a16:creationId xmlns:a16="http://schemas.microsoft.com/office/drawing/2014/main" id="{FA3704A5-4D18-58EA-309D-208BB8BCD7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42" y="564917"/>
            <a:ext cx="3757009" cy="4258686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D2959EBE-CD34-4558-917F-D42A555C0CBA}"/>
              </a:ext>
            </a:extLst>
          </p:cNvPr>
          <p:cNvCxnSpPr/>
          <p:nvPr/>
        </p:nvCxnSpPr>
        <p:spPr>
          <a:xfrm>
            <a:off x="5469412" y="2625052"/>
            <a:ext cx="407323" cy="7481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8C01393-0ABF-FEB4-43C5-9A2BEE6A877E}"/>
              </a:ext>
            </a:extLst>
          </p:cNvPr>
          <p:cNvSpPr txBox="1"/>
          <p:nvPr/>
        </p:nvSpPr>
        <p:spPr>
          <a:xfrm>
            <a:off x="5281404" y="2806931"/>
            <a:ext cx="1945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16024387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DDCAD-4DCD-285E-C46C-90CB96B27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A6F30482-F189-79A5-07DC-B551D480FC73}"/>
              </a:ext>
            </a:extLst>
          </p:cNvPr>
          <p:cNvSpPr/>
          <p:nvPr/>
        </p:nvSpPr>
        <p:spPr>
          <a:xfrm rot="1823857">
            <a:off x="5894245" y="3607254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5BBFD2-334B-19FC-AC32-2F758639BF6B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2</a:t>
            </a:r>
          </a:p>
        </p:txBody>
      </p:sp>
      <p:pic>
        <p:nvPicPr>
          <p:cNvPr id="4" name="Picture 3" descr="A diagram of a triangle with a triangle and a triangle with a triangle and a triangle with a triangle and a triangle with a triangle with a triangle and a triangle with a triangle with a triangle with&#10;&#10;AI-generated content may be incorrect.">
            <a:extLst>
              <a:ext uri="{FF2B5EF4-FFF2-40B4-BE49-F238E27FC236}">
                <a16:creationId xmlns:a16="http://schemas.microsoft.com/office/drawing/2014/main" id="{55A8A6DE-0C7C-C66C-B16D-EF725A42B5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261" y="738187"/>
            <a:ext cx="4803779" cy="3338219"/>
          </a:xfrm>
          <a:prstGeom prst="rect">
            <a:avLst/>
          </a:prstGeom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435F6795-66C5-1AB3-C669-3577B41AECB7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EC91D54E-10EF-4E52-9214-D5F51D6A39D8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300792-AEB6-C3C6-1AF6-76001331E49C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92C585D-90A6-36BA-0B95-BCCB356ABA3B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B502C28-C88D-A8DC-C7E6-2484C274AFCA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D29B11-199A-9221-9B94-3EADF4E11732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B066A917-0F05-B37B-8F4B-F22B40DA1A06}"/>
              </a:ext>
            </a:extLst>
          </p:cNvPr>
          <p:cNvSpPr/>
          <p:nvPr/>
        </p:nvSpPr>
        <p:spPr>
          <a:xfrm rot="9000000" flipV="1">
            <a:off x="5360107" y="20230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6FCD5E7E-69A9-6E81-A2B9-A2B2A7419F37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A517203-1AB6-0527-DABB-531F1260544A}"/>
              </a:ext>
            </a:extLst>
          </p:cNvPr>
          <p:cNvGrpSpPr/>
          <p:nvPr/>
        </p:nvGrpSpPr>
        <p:grpSpPr>
          <a:xfrm>
            <a:off x="5749426" y="738187"/>
            <a:ext cx="950256" cy="1687208"/>
            <a:chOff x="5749426" y="738187"/>
            <a:chExt cx="950256" cy="1687208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4D4B429-0328-DA1C-8D0F-EF267C88EBE1}"/>
                </a:ext>
              </a:extLst>
            </p:cNvPr>
            <p:cNvCxnSpPr>
              <a:cxnSpLocks/>
            </p:cNvCxnSpPr>
            <p:nvPr/>
          </p:nvCxnSpPr>
          <p:spPr>
            <a:xfrm>
              <a:off x="5749426" y="208927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661EA6D-33A4-ECFC-0E74-E977706D63BC}"/>
                </a:ext>
              </a:extLst>
            </p:cNvPr>
            <p:cNvCxnSpPr>
              <a:cxnSpLocks/>
            </p:cNvCxnSpPr>
            <p:nvPr/>
          </p:nvCxnSpPr>
          <p:spPr>
            <a:xfrm>
              <a:off x="6066178" y="73818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8344965-05DD-87CB-D5D0-0A15D23EAA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82930" y="1072216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F5878D4-ADCE-A775-592A-998336759E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4987" y="754197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26CBF56-D1B4-DF22-10F0-915B91540B1B}"/>
              </a:ext>
            </a:extLst>
          </p:cNvPr>
          <p:cNvCxnSpPr>
            <a:cxnSpLocks/>
          </p:cNvCxnSpPr>
          <p:nvPr/>
        </p:nvCxnSpPr>
        <p:spPr>
          <a:xfrm>
            <a:off x="5247425" y="3242565"/>
            <a:ext cx="595331" cy="381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F39E8D0-C2EF-3537-182E-FC8EB71DD15D}"/>
              </a:ext>
            </a:extLst>
          </p:cNvPr>
          <p:cNvSpPr txBox="1"/>
          <p:nvPr/>
        </p:nvSpPr>
        <p:spPr>
          <a:xfrm>
            <a:off x="5502673" y="3003992"/>
            <a:ext cx="1945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9407241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B7E30-5924-FF4E-CFCA-C4C781369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DCE792-C51A-86D0-7879-39CD55877E6E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2</a:t>
            </a:r>
          </a:p>
        </p:txBody>
      </p:sp>
      <p:pic>
        <p:nvPicPr>
          <p:cNvPr id="4" name="Picture 3" descr="A diagram of a pyramid and a pyramid&#10;&#10;AI-generated content may be incorrect.">
            <a:extLst>
              <a:ext uri="{FF2B5EF4-FFF2-40B4-BE49-F238E27FC236}">
                <a16:creationId xmlns:a16="http://schemas.microsoft.com/office/drawing/2014/main" id="{2931F94F-AD38-5F75-891F-925E328842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649" y="846404"/>
            <a:ext cx="4589651" cy="323029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A2A4973-C612-2045-CA9B-265E75CC4835}"/>
              </a:ext>
            </a:extLst>
          </p:cNvPr>
          <p:cNvSpPr/>
          <p:nvPr/>
        </p:nvSpPr>
        <p:spPr>
          <a:xfrm rot="1823857">
            <a:off x="5894245" y="3607254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AD4957B2-D4A3-8B46-C191-9D5ED2E57E41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9EF66703-1F7D-7304-6265-43EC9801F9F5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8F436D-C6C5-463C-71A8-681575F55FDD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CAD75E-37A7-3B05-2AD0-399B4FDC5875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F049A9-F726-8E6C-05EB-83D4665850BE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AB11F3B-D15F-5272-4291-CD879FCB9C00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2CE3430F-2AB8-DD56-5817-B9FC48406123}"/>
              </a:ext>
            </a:extLst>
          </p:cNvPr>
          <p:cNvSpPr/>
          <p:nvPr/>
        </p:nvSpPr>
        <p:spPr>
          <a:xfrm rot="9000000" flipV="1">
            <a:off x="5360107" y="20230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241D7B27-90FD-1AEA-1356-5E7C6C4DC3AA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91B0B35-7B78-A882-3F6E-3B00233CF51C}"/>
              </a:ext>
            </a:extLst>
          </p:cNvPr>
          <p:cNvGrpSpPr/>
          <p:nvPr/>
        </p:nvGrpSpPr>
        <p:grpSpPr>
          <a:xfrm>
            <a:off x="5749426" y="738187"/>
            <a:ext cx="950256" cy="1687208"/>
            <a:chOff x="5749426" y="738187"/>
            <a:chExt cx="950256" cy="1687208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A43C61D-6A1A-5F49-D01C-412A47AF3139}"/>
                </a:ext>
              </a:extLst>
            </p:cNvPr>
            <p:cNvCxnSpPr>
              <a:cxnSpLocks/>
            </p:cNvCxnSpPr>
            <p:nvPr/>
          </p:nvCxnSpPr>
          <p:spPr>
            <a:xfrm>
              <a:off x="5749426" y="208927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A968C35-2192-DE4F-A3B0-5AA40CA2EB17}"/>
                </a:ext>
              </a:extLst>
            </p:cNvPr>
            <p:cNvCxnSpPr>
              <a:cxnSpLocks/>
            </p:cNvCxnSpPr>
            <p:nvPr/>
          </p:nvCxnSpPr>
          <p:spPr>
            <a:xfrm>
              <a:off x="6066178" y="73818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022AA05-B67C-EAE6-FF5A-77624787FF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82930" y="1072216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545AF37B-E7CF-4F07-34D2-94A6D6F4F1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4987" y="754197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046794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96DA1-92F8-AA34-3370-8F255AFB8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800413-F22A-509B-A36C-D44AF3C1D5AE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3</a:t>
            </a:r>
          </a:p>
        </p:txBody>
      </p:sp>
      <p:pic>
        <p:nvPicPr>
          <p:cNvPr id="4" name="Picture 3" descr="A drawing of a hexagon and a hexagon&#10;&#10;AI-generated content may be incorrect.">
            <a:extLst>
              <a:ext uri="{FF2B5EF4-FFF2-40B4-BE49-F238E27FC236}">
                <a16:creationId xmlns:a16="http://schemas.microsoft.com/office/drawing/2014/main" id="{DBF146C6-371B-D076-E6D5-3496D67FE3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84" y="718815"/>
            <a:ext cx="4679649" cy="325475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86E7484-FC85-073E-B98E-9E435F666F32}"/>
              </a:ext>
            </a:extLst>
          </p:cNvPr>
          <p:cNvSpPr/>
          <p:nvPr/>
        </p:nvSpPr>
        <p:spPr>
          <a:xfrm rot="1800000">
            <a:off x="6996852" y="3002911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100BC9A1-0BB2-E2A4-B695-801AB16CB40A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B94CF4AC-BD06-03C6-EEFB-7FF2D97D8F22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9F6796-83B9-F595-B5ED-91C27566A941}"/>
              </a:ext>
            </a:extLst>
          </p:cNvPr>
          <p:cNvCxnSpPr>
            <a:cxnSpLocks/>
          </p:cNvCxnSpPr>
          <p:nvPr/>
        </p:nvCxnSpPr>
        <p:spPr>
          <a:xfrm rot="3600000">
            <a:off x="6514711" y="1354851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3CB90AB-CA26-B18B-61C8-9BEE1AAB8EEB}"/>
              </a:ext>
            </a:extLst>
          </p:cNvPr>
          <p:cNvCxnSpPr>
            <a:cxnSpLocks/>
          </p:cNvCxnSpPr>
          <p:nvPr/>
        </p:nvCxnSpPr>
        <p:spPr>
          <a:xfrm rot="3600000">
            <a:off x="6246043" y="567837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FABC59F-762A-044D-674E-71735B1690AC}"/>
              </a:ext>
            </a:extLst>
          </p:cNvPr>
          <p:cNvGrpSpPr/>
          <p:nvPr/>
        </p:nvGrpSpPr>
        <p:grpSpPr>
          <a:xfrm>
            <a:off x="6673499" y="319061"/>
            <a:ext cx="268668" cy="1753593"/>
            <a:chOff x="6673499" y="319061"/>
            <a:chExt cx="268668" cy="1753593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667AC1F-D3B6-929F-E541-E6494AB0BD9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73499" y="1292964"/>
              <a:ext cx="268668" cy="77969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9FFDA66-01F6-FB92-4C9D-D91881C96484}"/>
                </a:ext>
              </a:extLst>
            </p:cNvPr>
            <p:cNvCxnSpPr>
              <a:cxnSpLocks/>
            </p:cNvCxnSpPr>
            <p:nvPr/>
          </p:nvCxnSpPr>
          <p:spPr>
            <a:xfrm>
              <a:off x="6673499" y="319061"/>
              <a:ext cx="268668" cy="788077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3C7D473B-C359-87E1-AC33-208B5E45EA2F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8BC7A9-3A68-457E-544C-739C90E957A7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422FB9-4757-0776-314A-B16D9ABFBE7E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9E90C3F-AFD9-853D-D99A-B2718A88FF1F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FAF68791-9EA3-DA46-F01C-9E96900A7C2D}"/>
              </a:ext>
            </a:extLst>
          </p:cNvPr>
          <p:cNvSpPr/>
          <p:nvPr/>
        </p:nvSpPr>
        <p:spPr>
          <a:xfrm rot="9000000" flipV="1">
            <a:off x="5381401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5285B0BF-49C6-A54E-EE2D-11CFA02AD3E2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00C2FDB-AB6C-BDBA-EA8D-2FD88D447459}"/>
              </a:ext>
            </a:extLst>
          </p:cNvPr>
          <p:cNvCxnSpPr>
            <a:cxnSpLocks/>
          </p:cNvCxnSpPr>
          <p:nvPr/>
        </p:nvCxnSpPr>
        <p:spPr>
          <a:xfrm flipH="1" flipV="1">
            <a:off x="7859019" y="3421508"/>
            <a:ext cx="798021" cy="482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344C67C-FB1B-38D6-DC2F-31B1DBB0705C}"/>
              </a:ext>
            </a:extLst>
          </p:cNvPr>
          <p:cNvSpPr txBox="1"/>
          <p:nvPr/>
        </p:nvSpPr>
        <p:spPr>
          <a:xfrm>
            <a:off x="7711360" y="3446578"/>
            <a:ext cx="1945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7323877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DB079-55D5-6CE2-3EC6-2C2BEBF57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FC83F8-B69F-185B-3DE3-624E2A6835BD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B640F8-2BC9-62DA-8B4C-C41F4394CE79}"/>
              </a:ext>
            </a:extLst>
          </p:cNvPr>
          <p:cNvSpPr/>
          <p:nvPr/>
        </p:nvSpPr>
        <p:spPr>
          <a:xfrm rot="1800000">
            <a:off x="6996852" y="3002911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A13DCEF6-2CD5-9902-1754-D7F1D644FDF9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03BB8C0-7222-CC38-AFF9-F046C13DC8F7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ED98828-5500-E183-469F-504E40ACAEF5}"/>
              </a:ext>
            </a:extLst>
          </p:cNvPr>
          <p:cNvCxnSpPr>
            <a:cxnSpLocks/>
          </p:cNvCxnSpPr>
          <p:nvPr/>
        </p:nvCxnSpPr>
        <p:spPr>
          <a:xfrm rot="3600000">
            <a:off x="6514711" y="1354851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6CE3AEB-453F-9015-8F65-79789A83B86B}"/>
              </a:ext>
            </a:extLst>
          </p:cNvPr>
          <p:cNvCxnSpPr>
            <a:cxnSpLocks/>
          </p:cNvCxnSpPr>
          <p:nvPr/>
        </p:nvCxnSpPr>
        <p:spPr>
          <a:xfrm rot="3600000">
            <a:off x="6246043" y="567837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C69198E-ED4F-6164-2474-ADFA885163FA}"/>
              </a:ext>
            </a:extLst>
          </p:cNvPr>
          <p:cNvGrpSpPr/>
          <p:nvPr/>
        </p:nvGrpSpPr>
        <p:grpSpPr>
          <a:xfrm>
            <a:off x="6673499" y="319061"/>
            <a:ext cx="268668" cy="1753593"/>
            <a:chOff x="6673499" y="319061"/>
            <a:chExt cx="268668" cy="1753593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FB25CDA-D917-C442-CAFA-676820DC50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73499" y="1292964"/>
              <a:ext cx="268668" cy="77969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2AFF4D7-75F8-900F-E948-7147DB8C024A}"/>
                </a:ext>
              </a:extLst>
            </p:cNvPr>
            <p:cNvCxnSpPr>
              <a:cxnSpLocks/>
            </p:cNvCxnSpPr>
            <p:nvPr/>
          </p:nvCxnSpPr>
          <p:spPr>
            <a:xfrm>
              <a:off x="6673499" y="319061"/>
              <a:ext cx="268668" cy="788077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807A2CB-AF54-3B10-DA7C-5AC8C964E9F8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9D7BA18-2E1D-BA18-4CF7-8B13C1636785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04319F-50E8-2A5E-4382-13B0B1CCDC3D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A0CFBF2-CEA1-70DC-752F-5705C010E8FD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C042B6A2-C9C8-D713-5FF0-A58BEB8851EA}"/>
              </a:ext>
            </a:extLst>
          </p:cNvPr>
          <p:cNvSpPr/>
          <p:nvPr/>
        </p:nvSpPr>
        <p:spPr>
          <a:xfrm rot="9000000" flipV="1">
            <a:off x="5381401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A4084625-E87A-A394-87F7-8C7DEFEEC8E2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plan and elevation&#10;&#10;AI-generated content may be incorrect.">
            <a:extLst>
              <a:ext uri="{FF2B5EF4-FFF2-40B4-BE49-F238E27FC236}">
                <a16:creationId xmlns:a16="http://schemas.microsoft.com/office/drawing/2014/main" id="{BB150384-F77B-BCCD-044F-4C63E1997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60" y="962934"/>
            <a:ext cx="4623232" cy="347497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ECB1EE3-215E-510B-558E-AC1AEBD2430E}"/>
              </a:ext>
            </a:extLst>
          </p:cNvPr>
          <p:cNvSpPr txBox="1"/>
          <p:nvPr/>
        </p:nvSpPr>
        <p:spPr>
          <a:xfrm>
            <a:off x="2950859" y="4184832"/>
            <a:ext cx="2403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hidden line missed!</a:t>
            </a:r>
          </a:p>
        </p:txBody>
      </p:sp>
    </p:spTree>
    <p:extLst>
      <p:ext uri="{BB962C8B-B14F-4D97-AF65-F5344CB8AC3E}">
        <p14:creationId xmlns:p14="http://schemas.microsoft.com/office/powerpoint/2010/main" val="2736533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96D10-A3FF-DCD9-58F9-36AD93847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C6649E-1FBD-7273-0766-EE7B6D946360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8462B8-E549-978E-F930-D636C21E92CE}"/>
              </a:ext>
            </a:extLst>
          </p:cNvPr>
          <p:cNvSpPr/>
          <p:nvPr/>
        </p:nvSpPr>
        <p:spPr>
          <a:xfrm rot="1800000">
            <a:off x="6996852" y="3002911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4DA22381-7FFF-9A69-CE79-DDC056A63D0A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2E606483-9883-E65F-C3DB-FF0AC62427B0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C773F85-5BBC-665E-E846-A8C1F6B28466}"/>
              </a:ext>
            </a:extLst>
          </p:cNvPr>
          <p:cNvCxnSpPr>
            <a:cxnSpLocks/>
          </p:cNvCxnSpPr>
          <p:nvPr/>
        </p:nvCxnSpPr>
        <p:spPr>
          <a:xfrm rot="3600000">
            <a:off x="6514711" y="1354851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28B74C1-F631-C0FF-7AC2-32EC79FA30EC}"/>
              </a:ext>
            </a:extLst>
          </p:cNvPr>
          <p:cNvCxnSpPr>
            <a:cxnSpLocks/>
          </p:cNvCxnSpPr>
          <p:nvPr/>
        </p:nvCxnSpPr>
        <p:spPr>
          <a:xfrm rot="3600000">
            <a:off x="6246043" y="567837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EE285BF-2943-772A-FD0F-7A23B6DF234D}"/>
              </a:ext>
            </a:extLst>
          </p:cNvPr>
          <p:cNvGrpSpPr/>
          <p:nvPr/>
        </p:nvGrpSpPr>
        <p:grpSpPr>
          <a:xfrm>
            <a:off x="6673499" y="319061"/>
            <a:ext cx="268668" cy="1753593"/>
            <a:chOff x="6673499" y="319061"/>
            <a:chExt cx="268668" cy="1753593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8D562F6-D684-FD9B-57CE-0AA691EDC8E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73499" y="1292964"/>
              <a:ext cx="268668" cy="77969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9247A67-B6FD-CA03-0F72-FDAA69BC26FF}"/>
                </a:ext>
              </a:extLst>
            </p:cNvPr>
            <p:cNvCxnSpPr>
              <a:cxnSpLocks/>
            </p:cNvCxnSpPr>
            <p:nvPr/>
          </p:nvCxnSpPr>
          <p:spPr>
            <a:xfrm>
              <a:off x="6673499" y="319061"/>
              <a:ext cx="268668" cy="788077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52236F99-A07E-9AD6-B63D-DA07218F658D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5CEC35-1C5B-EBA7-80F5-567877D3D6CD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3B896C3-E4A0-012D-6B84-B7A1E32A8242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758749-FFBB-4724-C480-26D77CBAFF80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C85BEF78-7C61-9068-AB3F-98BE79EE8375}"/>
              </a:ext>
            </a:extLst>
          </p:cNvPr>
          <p:cNvSpPr/>
          <p:nvPr/>
        </p:nvSpPr>
        <p:spPr>
          <a:xfrm rot="9000000" flipV="1">
            <a:off x="5381401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E998E3C4-FAEC-1610-9056-FFB73240F490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plan and elevation&#10;&#10;AI-generated content may be incorrect.">
            <a:extLst>
              <a:ext uri="{FF2B5EF4-FFF2-40B4-BE49-F238E27FC236}">
                <a16:creationId xmlns:a16="http://schemas.microsoft.com/office/drawing/2014/main" id="{62692FDF-48CC-B51F-3165-E0A289622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60" y="962934"/>
            <a:ext cx="4623232" cy="3474978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8D54E544-8D78-4C20-B4A3-233F1E3391BA}"/>
              </a:ext>
            </a:extLst>
          </p:cNvPr>
          <p:cNvSpPr/>
          <p:nvPr/>
        </p:nvSpPr>
        <p:spPr>
          <a:xfrm rot="1147554">
            <a:off x="3803797" y="2812129"/>
            <a:ext cx="444022" cy="245815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B364241-47F9-7693-3954-55112E317451}"/>
              </a:ext>
            </a:extLst>
          </p:cNvPr>
          <p:cNvSpPr/>
          <p:nvPr/>
        </p:nvSpPr>
        <p:spPr>
          <a:xfrm rot="1147554">
            <a:off x="3980011" y="2045366"/>
            <a:ext cx="444022" cy="245815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C469203-1953-4CD5-337A-748AFC751129}"/>
              </a:ext>
            </a:extLst>
          </p:cNvPr>
          <p:cNvCxnSpPr>
            <a:cxnSpLocks/>
          </p:cNvCxnSpPr>
          <p:nvPr/>
        </p:nvCxnSpPr>
        <p:spPr>
          <a:xfrm>
            <a:off x="3593054" y="2176631"/>
            <a:ext cx="467771" cy="96669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7F783FE-8E20-22BC-3757-0A18C82E7AF6}"/>
              </a:ext>
            </a:extLst>
          </p:cNvPr>
          <p:cNvCxnSpPr>
            <a:cxnSpLocks/>
          </p:cNvCxnSpPr>
          <p:nvPr/>
        </p:nvCxnSpPr>
        <p:spPr>
          <a:xfrm flipV="1">
            <a:off x="4025808" y="2279650"/>
            <a:ext cx="35017" cy="16510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57FBF2C-9749-7D82-7734-987991E86655}"/>
              </a:ext>
            </a:extLst>
          </p:cNvPr>
          <p:cNvCxnSpPr>
            <a:cxnSpLocks/>
          </p:cNvCxnSpPr>
          <p:nvPr/>
        </p:nvCxnSpPr>
        <p:spPr>
          <a:xfrm flipH="1" flipV="1">
            <a:off x="4060825" y="2279650"/>
            <a:ext cx="631128" cy="16510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F2E80A7-C32F-20E9-BD80-2CA3D3F53433}"/>
              </a:ext>
            </a:extLst>
          </p:cNvPr>
          <p:cNvCxnSpPr>
            <a:cxnSpLocks/>
          </p:cNvCxnSpPr>
          <p:nvPr/>
        </p:nvCxnSpPr>
        <p:spPr>
          <a:xfrm flipV="1">
            <a:off x="4223868" y="2746172"/>
            <a:ext cx="89058" cy="377729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48D9285-D2AF-B47B-DDF7-0E87462FF264}"/>
              </a:ext>
            </a:extLst>
          </p:cNvPr>
          <p:cNvCxnSpPr>
            <a:cxnSpLocks/>
          </p:cNvCxnSpPr>
          <p:nvPr/>
        </p:nvCxnSpPr>
        <p:spPr>
          <a:xfrm flipV="1">
            <a:off x="3812872" y="3057525"/>
            <a:ext cx="36815" cy="155276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10F4BFF-C61E-CFCC-D1CC-F595245FA58A}"/>
              </a:ext>
            </a:extLst>
          </p:cNvPr>
          <p:cNvCxnSpPr>
            <a:cxnSpLocks/>
          </p:cNvCxnSpPr>
          <p:nvPr/>
        </p:nvCxnSpPr>
        <p:spPr>
          <a:xfrm flipH="1" flipV="1">
            <a:off x="3399416" y="2929666"/>
            <a:ext cx="450271" cy="102459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D5DE841-A61C-8878-14FD-4E4FCD2316A9}"/>
              </a:ext>
            </a:extLst>
          </p:cNvPr>
          <p:cNvCxnSpPr>
            <a:cxnSpLocks/>
          </p:cNvCxnSpPr>
          <p:nvPr/>
        </p:nvCxnSpPr>
        <p:spPr>
          <a:xfrm flipH="1" flipV="1">
            <a:off x="3857263" y="3032125"/>
            <a:ext cx="366605" cy="103038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63980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6F871-2624-8CA5-10A4-526E2D950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qr code with a dinosaur&#10;&#10;AI-generated content may be incorrect.">
            <a:extLst>
              <a:ext uri="{FF2B5EF4-FFF2-40B4-BE49-F238E27FC236}">
                <a16:creationId xmlns:a16="http://schemas.microsoft.com/office/drawing/2014/main" id="{A5726D38-651A-AF42-0CD4-701E7A5C4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719" y="556907"/>
            <a:ext cx="4038281" cy="40382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C73A8F5-ABB5-A3BA-9166-9E8B9E2F2407}"/>
              </a:ext>
            </a:extLst>
          </p:cNvPr>
          <p:cNvSpPr txBox="1"/>
          <p:nvPr/>
        </p:nvSpPr>
        <p:spPr>
          <a:xfrm>
            <a:off x="148385" y="8979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SCAN TO DOWNLOAD THE SLIDES</a:t>
            </a:r>
            <a:endParaRPr lang="en-SG" sz="1600" dirty="0"/>
          </a:p>
        </p:txBody>
      </p:sp>
    </p:spTree>
    <p:extLst>
      <p:ext uri="{BB962C8B-B14F-4D97-AF65-F5344CB8AC3E}">
        <p14:creationId xmlns:p14="http://schemas.microsoft.com/office/powerpoint/2010/main" val="22249339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28E816AC679FF4C86C22834E825BD05" ma:contentTypeVersion="1" ma:contentTypeDescription="Create a new document." ma:contentTypeScope="" ma:versionID="066e42d507d75a122d0db91dd470f30a">
  <xsd:schema xmlns:xsd="http://www.w3.org/2001/XMLSchema" xmlns:xs="http://www.w3.org/2001/XMLSchema" xmlns:p="http://schemas.microsoft.com/office/2006/metadata/properties" xmlns:ns1="http://schemas.microsoft.com/sharepoint/v3" targetNamespace="http://schemas.microsoft.com/office/2006/metadata/properties" ma:root="true" ma:fieldsID="48c5b5cd9b8d25ff6dd15848836f4270" ns1:_="">
    <xsd:import namespace="http://schemas.microsoft.com/sharepoint/v3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64D3FE7-A0C8-4453-A806-BCAD6F53B90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2.xml><?xml version="1.0" encoding="utf-8"?>
<ds:datastoreItem xmlns:ds="http://schemas.openxmlformats.org/officeDocument/2006/customXml" ds:itemID="{6CCB8030-6F99-446F-BD3B-E5E3F435F1F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A540F8-4ACB-4DC8-920F-A3CE5A42B98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1305</TotalTime>
  <Words>346</Words>
  <Application>Microsoft Macintosh PowerPoint</Application>
  <PresentationFormat>On-screen Show (16:9)</PresentationFormat>
  <Paragraphs>71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5" baseType="lpstr">
      <vt:lpstr>Arial</vt:lpstr>
      <vt:lpstr>Office Theme</vt:lpstr>
      <vt:lpstr>CV1711 ENGINEERING DRAWING &amp; 3D BUILD  INFO MODEL (LAB)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#CUI SHUAIWEN#</cp:lastModifiedBy>
  <cp:revision>47</cp:revision>
  <dcterms:created xsi:type="dcterms:W3CDTF">2017-05-14T01:29:56Z</dcterms:created>
  <dcterms:modified xsi:type="dcterms:W3CDTF">2026-02-06T01:37:21Z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0x010100E28E816AC679FF4C86C22834E825BD05</vt:lpwstr>
  </property>
</Properties>
</file>